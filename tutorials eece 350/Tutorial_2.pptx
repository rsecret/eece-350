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3"/>
  </p:notesMasterIdLst>
  <p:sldIdLst>
    <p:sldId id="256" r:id="rId2"/>
    <p:sldId id="262" r:id="rId3"/>
    <p:sldId id="269" r:id="rId4"/>
    <p:sldId id="272" r:id="rId5"/>
    <p:sldId id="260" r:id="rId6"/>
    <p:sldId id="258" r:id="rId7"/>
    <p:sldId id="297" r:id="rId8"/>
    <p:sldId id="296" r:id="rId9"/>
    <p:sldId id="298" r:id="rId10"/>
    <p:sldId id="299" r:id="rId11"/>
    <p:sldId id="300" r:id="rId12"/>
  </p:sldIdLst>
  <p:sldSz cx="9144000" cy="5143500" type="screen16x9"/>
  <p:notesSz cx="6858000" cy="9144000"/>
  <p:embeddedFontLst>
    <p:embeddedFont>
      <p:font typeface="Lato" panose="020B0604020202020204" charset="0"/>
      <p:regular r:id="rId14"/>
      <p:bold r:id="rId15"/>
      <p:italic r:id="rId16"/>
      <p:boldItalic r:id="rId17"/>
    </p:embeddedFont>
    <p:embeddedFont>
      <p:font typeface="Mulish" panose="020B0604020202020204" charset="0"/>
      <p:regular r:id="rId18"/>
      <p:bold r:id="rId19"/>
      <p:italic r:id="rId20"/>
      <p:boldItalic r:id="rId21"/>
    </p:embeddedFont>
    <p:embeddedFont>
      <p:font typeface="DM Sans" panose="020B0604020202020204" charset="0"/>
      <p:regular r:id="rId22"/>
      <p:bold r:id="rId23"/>
      <p:italic r:id="rId24"/>
      <p:boldItalic r:id="rId25"/>
    </p:embeddedFont>
    <p:embeddedFont>
      <p:font typeface="Albert Sans" panose="020B0604020202020204" charset="0"/>
      <p:regular r:id="rId26"/>
      <p:bold r:id="rId27"/>
      <p:italic r:id="rId28"/>
      <p:boldItalic r:id="rId29"/>
    </p:embeddedFont>
    <p:embeddedFont>
      <p:font typeface="Anaheim" panose="020B060402020202020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F86541B-4BF8-4421-961A-70F7B5BE2B42}">
  <a:tblStyle styleId="{8F86541B-4BF8-4421-961A-70F7B5BE2B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92F42F4-6845-4407-A30A-E27DBDC489A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15" y="9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1" name="Google Shape;1741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54dda1946d_4_2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54dda1946d_4_2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8" name="Google Shape;1478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10125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12829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3947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68564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3" name="Google Shape;1563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6609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00325" y="1468875"/>
            <a:ext cx="75438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1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275875" y="3198825"/>
            <a:ext cx="4592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817341" y="-872068"/>
            <a:ext cx="10581139" cy="7505539"/>
            <a:chOff x="-817341" y="-872068"/>
            <a:chExt cx="10581139" cy="7505539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4353534" y="3189744"/>
              <a:ext cx="5410264" cy="3443726"/>
              <a:chOff x="4353534" y="3189744"/>
              <a:chExt cx="5410264" cy="3443726"/>
            </a:xfrm>
          </p:grpSpPr>
          <p:sp>
            <p:nvSpPr>
              <p:cNvPr id="13" name="Google Shape;13;p2"/>
              <p:cNvSpPr/>
              <p:nvPr/>
            </p:nvSpPr>
            <p:spPr>
              <a:xfrm rot="10800000">
                <a:off x="9569398" y="5312996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 w="9525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 rot="10800000">
                <a:off x="7135026" y="623234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 rot="10800000">
                <a:off x="7563119" y="3751240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 rot="10800000">
                <a:off x="8060378" y="5344924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 rot="10800000">
                <a:off x="9245065" y="6281371"/>
                <a:ext cx="96300" cy="963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 rot="10800000">
                <a:off x="8060378" y="650297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 rot="10800000">
                <a:off x="8948809" y="4403302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 rot="10800000">
                <a:off x="4353534" y="4683377"/>
                <a:ext cx="96300" cy="96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1" name="Google Shape;21;p2"/>
              <p:cNvCxnSpPr>
                <a:stCxn id="17" idx="5"/>
                <a:endCxn id="16" idx="1"/>
              </p:cNvCxnSpPr>
              <p:nvPr/>
            </p:nvCxnSpPr>
            <p:spPr>
              <a:xfrm rot="10800000">
                <a:off x="8171668" y="5456374"/>
                <a:ext cx="10875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" name="Google Shape;22;p2"/>
              <p:cNvCxnSpPr>
                <a:stCxn id="18" idx="4"/>
                <a:endCxn id="16" idx="0"/>
              </p:cNvCxnSpPr>
              <p:nvPr/>
            </p:nvCxnSpPr>
            <p:spPr>
              <a:xfrm rot="10800000">
                <a:off x="8125628" y="5475470"/>
                <a:ext cx="0" cy="102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" name="Google Shape;23;p2"/>
              <p:cNvCxnSpPr>
                <a:stCxn id="13" idx="6"/>
                <a:endCxn id="16" idx="2"/>
              </p:cNvCxnSpPr>
              <p:nvPr/>
            </p:nvCxnSpPr>
            <p:spPr>
              <a:xfrm rot="10800000">
                <a:off x="8190898" y="5410196"/>
                <a:ext cx="13785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" name="Google Shape;24;p2"/>
              <p:cNvCxnSpPr>
                <a:stCxn id="13" idx="0"/>
                <a:endCxn id="17" idx="3"/>
              </p:cNvCxnSpPr>
              <p:nvPr/>
            </p:nvCxnSpPr>
            <p:spPr>
              <a:xfrm flipH="1">
                <a:off x="9327298" y="5507396"/>
                <a:ext cx="339300" cy="788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" name="Google Shape;25;p2"/>
              <p:cNvCxnSpPr>
                <a:stCxn id="17" idx="7"/>
                <a:endCxn id="18" idx="2"/>
              </p:cNvCxnSpPr>
              <p:nvPr/>
            </p:nvCxnSpPr>
            <p:spPr>
              <a:xfrm flipH="1">
                <a:off x="8190868" y="6363568"/>
                <a:ext cx="1068300" cy="2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" name="Google Shape;26;p2"/>
              <p:cNvCxnSpPr>
                <a:stCxn id="18" idx="6"/>
                <a:endCxn id="14" idx="2"/>
              </p:cNvCxnSpPr>
              <p:nvPr/>
            </p:nvCxnSpPr>
            <p:spPr>
              <a:xfrm rot="10800000">
                <a:off x="7329278" y="6329420"/>
                <a:ext cx="731100" cy="23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" name="Google Shape;27;p2"/>
              <p:cNvCxnSpPr>
                <a:stCxn id="16" idx="7"/>
                <a:endCxn id="14" idx="3"/>
              </p:cNvCxnSpPr>
              <p:nvPr/>
            </p:nvCxnSpPr>
            <p:spPr>
              <a:xfrm flipH="1">
                <a:off x="7300989" y="5456313"/>
                <a:ext cx="778500" cy="8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" name="Google Shape;28;p2"/>
              <p:cNvCxnSpPr>
                <a:stCxn id="13" idx="5"/>
                <a:endCxn id="19" idx="1"/>
              </p:cNvCxnSpPr>
              <p:nvPr/>
            </p:nvCxnSpPr>
            <p:spPr>
              <a:xfrm rot="10800000">
                <a:off x="9060267" y="4514665"/>
                <a:ext cx="537600" cy="82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" name="Google Shape;29;p2"/>
              <p:cNvCxnSpPr>
                <a:stCxn id="19" idx="7"/>
                <a:endCxn id="16" idx="3"/>
              </p:cNvCxnSpPr>
              <p:nvPr/>
            </p:nvCxnSpPr>
            <p:spPr>
              <a:xfrm flipH="1">
                <a:off x="8171720" y="4514691"/>
                <a:ext cx="796200" cy="84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>
                <a:stCxn id="19" idx="7"/>
                <a:endCxn id="15" idx="1"/>
              </p:cNvCxnSpPr>
              <p:nvPr/>
            </p:nvCxnSpPr>
            <p:spPr>
              <a:xfrm rot="10800000">
                <a:off x="7905620" y="4093791"/>
                <a:ext cx="1062300" cy="420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" name="Google Shape;31;p2"/>
              <p:cNvCxnSpPr>
                <a:stCxn id="15" idx="0"/>
                <a:endCxn id="16" idx="5"/>
              </p:cNvCxnSpPr>
              <p:nvPr/>
            </p:nvCxnSpPr>
            <p:spPr>
              <a:xfrm>
                <a:off x="7763819" y="4152640"/>
                <a:ext cx="315600" cy="121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" name="Google Shape;32;p2"/>
              <p:cNvCxnSpPr>
                <a:stCxn id="15" idx="7"/>
                <a:endCxn id="20" idx="2"/>
              </p:cNvCxnSpPr>
              <p:nvPr/>
            </p:nvCxnSpPr>
            <p:spPr>
              <a:xfrm flipH="1">
                <a:off x="4449703" y="4093857"/>
                <a:ext cx="3172200" cy="637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" name="Google Shape;33;p2"/>
              <p:cNvCxnSpPr>
                <a:stCxn id="20" idx="1"/>
                <a:endCxn id="14" idx="5"/>
              </p:cNvCxnSpPr>
              <p:nvPr/>
            </p:nvCxnSpPr>
            <p:spPr>
              <a:xfrm>
                <a:off x="4435731" y="4765575"/>
                <a:ext cx="2727900" cy="149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" name="Google Shape;34;p2"/>
              <p:cNvCxnSpPr>
                <a:stCxn id="17" idx="6"/>
                <a:endCxn id="20" idx="1"/>
              </p:cNvCxnSpPr>
              <p:nvPr/>
            </p:nvCxnSpPr>
            <p:spPr>
              <a:xfrm rot="10800000">
                <a:off x="4435765" y="4765621"/>
                <a:ext cx="4809300" cy="15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" name="Google Shape;35;p2"/>
              <p:cNvCxnSpPr>
                <a:stCxn id="14" idx="4"/>
                <a:endCxn id="15" idx="0"/>
              </p:cNvCxnSpPr>
              <p:nvPr/>
            </p:nvCxnSpPr>
            <p:spPr>
              <a:xfrm rot="10800000" flipH="1">
                <a:off x="7232226" y="4152748"/>
                <a:ext cx="531600" cy="2079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" name="Google Shape;36;p2"/>
              <p:cNvCxnSpPr>
                <a:stCxn id="13" idx="5"/>
                <a:endCxn id="15" idx="0"/>
              </p:cNvCxnSpPr>
              <p:nvPr/>
            </p:nvCxnSpPr>
            <p:spPr>
              <a:xfrm rot="10800000">
                <a:off x="7763967" y="4152565"/>
                <a:ext cx="1833900" cy="118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7" name="Google Shape;37;p2"/>
              <p:cNvSpPr/>
              <p:nvPr/>
            </p:nvSpPr>
            <p:spPr>
              <a:xfrm rot="10800000">
                <a:off x="5902359" y="4069463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8" name="Google Shape;38;p2"/>
              <p:cNvCxnSpPr>
                <a:stCxn id="20" idx="2"/>
                <a:endCxn id="37" idx="7"/>
              </p:cNvCxnSpPr>
              <p:nvPr/>
            </p:nvCxnSpPr>
            <p:spPr>
              <a:xfrm rot="10800000" flipH="1">
                <a:off x="4449834" y="4180727"/>
                <a:ext cx="1471500" cy="55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" name="Google Shape;39;p2"/>
              <p:cNvCxnSpPr>
                <a:stCxn id="37" idx="2"/>
                <a:endCxn id="15" idx="6"/>
              </p:cNvCxnSpPr>
              <p:nvPr/>
            </p:nvCxnSpPr>
            <p:spPr>
              <a:xfrm rot="10800000" flipH="1">
                <a:off x="6032859" y="3952013"/>
                <a:ext cx="1530300" cy="18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" name="Google Shape;40;p2"/>
              <p:cNvCxnSpPr>
                <a:stCxn id="37" idx="0"/>
                <a:endCxn id="14" idx="4"/>
              </p:cNvCxnSpPr>
              <p:nvPr/>
            </p:nvCxnSpPr>
            <p:spPr>
              <a:xfrm>
                <a:off x="5967609" y="4199963"/>
                <a:ext cx="1264500" cy="2032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" name="Google Shape;41;p2"/>
              <p:cNvCxnSpPr>
                <a:stCxn id="37" idx="1"/>
                <a:endCxn id="16" idx="5"/>
              </p:cNvCxnSpPr>
              <p:nvPr/>
            </p:nvCxnSpPr>
            <p:spPr>
              <a:xfrm>
                <a:off x="6013748" y="4180852"/>
                <a:ext cx="2065800" cy="11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2" name="Google Shape;42;p2"/>
              <p:cNvSpPr/>
              <p:nvPr/>
            </p:nvSpPr>
            <p:spPr>
              <a:xfrm rot="10800000">
                <a:off x="8782916" y="3189744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43" name="Google Shape;43;p2"/>
              <p:cNvCxnSpPr>
                <a:stCxn id="15" idx="2"/>
                <a:endCxn id="42" idx="6"/>
              </p:cNvCxnSpPr>
              <p:nvPr/>
            </p:nvCxnSpPr>
            <p:spPr>
              <a:xfrm rot="10800000" flipH="1">
                <a:off x="7964519" y="3286840"/>
                <a:ext cx="818400" cy="665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" name="Google Shape;44;p2"/>
              <p:cNvCxnSpPr>
                <a:stCxn id="42" idx="1"/>
                <a:endCxn id="19" idx="5"/>
              </p:cNvCxnSpPr>
              <p:nvPr/>
            </p:nvCxnSpPr>
            <p:spPr>
              <a:xfrm>
                <a:off x="8948847" y="3355675"/>
                <a:ext cx="19200" cy="106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5" name="Google Shape;45;p2"/>
            <p:cNvGrpSpPr/>
            <p:nvPr/>
          </p:nvGrpSpPr>
          <p:grpSpPr>
            <a:xfrm>
              <a:off x="-817341" y="-872068"/>
              <a:ext cx="4052739" cy="3509076"/>
              <a:chOff x="-817341" y="-872068"/>
              <a:chExt cx="4052739" cy="3509076"/>
            </a:xfrm>
          </p:grpSpPr>
          <p:sp>
            <p:nvSpPr>
              <p:cNvPr id="46" name="Google Shape;46;p2"/>
              <p:cNvSpPr/>
              <p:nvPr/>
            </p:nvSpPr>
            <p:spPr>
              <a:xfrm rot="10800000">
                <a:off x="3040998" y="322921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" name="Google Shape;47;p2"/>
              <p:cNvSpPr/>
              <p:nvPr/>
            </p:nvSpPr>
            <p:spPr>
              <a:xfrm rot="10800000">
                <a:off x="-550449" y="1549860"/>
                <a:ext cx="194400" cy="194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" name="Google Shape;48;p2"/>
              <p:cNvSpPr/>
              <p:nvPr/>
            </p:nvSpPr>
            <p:spPr>
              <a:xfrm rot="10800000">
                <a:off x="-58406" y="-586660"/>
                <a:ext cx="401400" cy="401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9" name="Google Shape;49;p2"/>
              <p:cNvSpPr/>
              <p:nvPr/>
            </p:nvSpPr>
            <p:spPr>
              <a:xfrm rot="10800000">
                <a:off x="374903" y="662437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0" name="Google Shape;50;p2"/>
              <p:cNvSpPr/>
              <p:nvPr/>
            </p:nvSpPr>
            <p:spPr>
              <a:xfrm rot="10800000">
                <a:off x="1102390" y="1217883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1" name="Google Shape;51;p2"/>
              <p:cNvSpPr/>
              <p:nvPr/>
            </p:nvSpPr>
            <p:spPr>
              <a:xfrm rot="10800000">
                <a:off x="288828" y="2506508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2" name="Google Shape;52;p2"/>
              <p:cNvSpPr/>
              <p:nvPr/>
            </p:nvSpPr>
            <p:spPr>
              <a:xfrm rot="10800000">
                <a:off x="1455496" y="369115"/>
                <a:ext cx="130500" cy="130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53" name="Google Shape;53;p2"/>
              <p:cNvSpPr/>
              <p:nvPr/>
            </p:nvSpPr>
            <p:spPr>
              <a:xfrm rot="10800000">
                <a:off x="-817341" y="534290"/>
                <a:ext cx="96300" cy="963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54" name="Google Shape;54;p2"/>
              <p:cNvCxnSpPr>
                <a:stCxn id="50" idx="5"/>
                <a:endCxn id="49" idx="1"/>
              </p:cNvCxnSpPr>
              <p:nvPr/>
            </p:nvCxnSpPr>
            <p:spPr>
              <a:xfrm rot="10800000">
                <a:off x="486193" y="773886"/>
                <a:ext cx="630300" cy="458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" name="Google Shape;55;p2"/>
              <p:cNvCxnSpPr>
                <a:stCxn id="51" idx="4"/>
                <a:endCxn id="49" idx="0"/>
              </p:cNvCxnSpPr>
              <p:nvPr/>
            </p:nvCxnSpPr>
            <p:spPr>
              <a:xfrm rot="10800000" flipH="1">
                <a:off x="354078" y="792908"/>
                <a:ext cx="86100" cy="1713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" name="Google Shape;56;p2"/>
              <p:cNvCxnSpPr>
                <a:stCxn id="46" idx="6"/>
                <a:endCxn id="50" idx="3"/>
              </p:cNvCxnSpPr>
              <p:nvPr/>
            </p:nvCxnSpPr>
            <p:spPr>
              <a:xfrm flipH="1">
                <a:off x="1184598" y="420121"/>
                <a:ext cx="1856400" cy="811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2"/>
              <p:cNvCxnSpPr>
                <a:stCxn id="50" idx="7"/>
                <a:endCxn id="51" idx="2"/>
              </p:cNvCxnSpPr>
              <p:nvPr/>
            </p:nvCxnSpPr>
            <p:spPr>
              <a:xfrm flipH="1">
                <a:off x="419293" y="1300080"/>
                <a:ext cx="697200" cy="1271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2"/>
              <p:cNvCxnSpPr>
                <a:stCxn id="51" idx="6"/>
                <a:endCxn id="47" idx="1"/>
              </p:cNvCxnSpPr>
              <p:nvPr/>
            </p:nvCxnSpPr>
            <p:spPr>
              <a:xfrm rot="10800000">
                <a:off x="-384372" y="1715858"/>
                <a:ext cx="673200" cy="85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2"/>
              <p:cNvCxnSpPr>
                <a:stCxn id="49" idx="7"/>
                <a:endCxn id="47" idx="3"/>
              </p:cNvCxnSpPr>
              <p:nvPr/>
            </p:nvCxnSpPr>
            <p:spPr>
              <a:xfrm flipH="1">
                <a:off x="-384486" y="773825"/>
                <a:ext cx="778500" cy="8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2"/>
              <p:cNvCxnSpPr>
                <a:stCxn id="46" idx="6"/>
                <a:endCxn id="52" idx="1"/>
              </p:cNvCxnSpPr>
              <p:nvPr/>
            </p:nvCxnSpPr>
            <p:spPr>
              <a:xfrm flipH="1">
                <a:off x="1566798" y="420121"/>
                <a:ext cx="1474200" cy="6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1" name="Google Shape;61;p2"/>
              <p:cNvCxnSpPr>
                <a:stCxn id="52" idx="7"/>
                <a:endCxn id="49" idx="2"/>
              </p:cNvCxnSpPr>
              <p:nvPr/>
            </p:nvCxnSpPr>
            <p:spPr>
              <a:xfrm flipH="1">
                <a:off x="505308" y="480503"/>
                <a:ext cx="969300" cy="24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" name="Google Shape;62;p2"/>
              <p:cNvCxnSpPr>
                <a:stCxn id="52" idx="5"/>
                <a:endCxn id="48" idx="2"/>
              </p:cNvCxnSpPr>
              <p:nvPr/>
            </p:nvCxnSpPr>
            <p:spPr>
              <a:xfrm rot="10800000">
                <a:off x="343008" y="-386074"/>
                <a:ext cx="1131600" cy="774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" name="Google Shape;63;p2"/>
              <p:cNvCxnSpPr>
                <a:stCxn id="48" idx="0"/>
                <a:endCxn id="49" idx="5"/>
              </p:cNvCxnSpPr>
              <p:nvPr/>
            </p:nvCxnSpPr>
            <p:spPr>
              <a:xfrm>
                <a:off x="142294" y="-185260"/>
                <a:ext cx="251700" cy="866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" name="Google Shape;64;p2"/>
              <p:cNvCxnSpPr>
                <a:stCxn id="48" idx="7"/>
                <a:endCxn id="53" idx="3"/>
              </p:cNvCxnSpPr>
              <p:nvPr/>
            </p:nvCxnSpPr>
            <p:spPr>
              <a:xfrm flipH="1">
                <a:off x="-735222" y="-244043"/>
                <a:ext cx="735600" cy="79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5" name="Google Shape;65;p2"/>
              <p:cNvCxnSpPr>
                <a:stCxn id="49" idx="6"/>
                <a:endCxn id="53" idx="2"/>
              </p:cNvCxnSpPr>
              <p:nvPr/>
            </p:nvCxnSpPr>
            <p:spPr>
              <a:xfrm rot="10800000">
                <a:off x="-720997" y="582487"/>
                <a:ext cx="1095900" cy="14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" name="Google Shape;66;p2"/>
              <p:cNvCxnSpPr>
                <a:stCxn id="53" idx="0"/>
                <a:endCxn id="47" idx="5"/>
              </p:cNvCxnSpPr>
              <p:nvPr/>
            </p:nvCxnSpPr>
            <p:spPr>
              <a:xfrm>
                <a:off x="-769191" y="630590"/>
                <a:ext cx="247200" cy="94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67;p2"/>
              <p:cNvCxnSpPr>
                <a:stCxn id="51" idx="5"/>
                <a:endCxn id="53" idx="1"/>
              </p:cNvCxnSpPr>
              <p:nvPr/>
            </p:nvCxnSpPr>
            <p:spPr>
              <a:xfrm rot="10800000">
                <a:off x="-735161" y="616419"/>
                <a:ext cx="1043100" cy="190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" name="Google Shape;68;p2"/>
              <p:cNvCxnSpPr>
                <a:stCxn id="50" idx="6"/>
                <a:endCxn id="53" idx="1"/>
              </p:cNvCxnSpPr>
              <p:nvPr/>
            </p:nvCxnSpPr>
            <p:spPr>
              <a:xfrm rot="10800000">
                <a:off x="-735110" y="616533"/>
                <a:ext cx="1837500" cy="64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69;p2"/>
              <p:cNvCxnSpPr>
                <a:stCxn id="50" idx="4"/>
                <a:endCxn id="48" idx="1"/>
              </p:cNvCxnSpPr>
              <p:nvPr/>
            </p:nvCxnSpPr>
            <p:spPr>
              <a:xfrm rot="10800000">
                <a:off x="284140" y="-244017"/>
                <a:ext cx="866400" cy="146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" name="Google Shape;70;p2"/>
              <p:cNvCxnSpPr>
                <a:stCxn id="47" idx="4"/>
                <a:endCxn id="48" idx="7"/>
              </p:cNvCxnSpPr>
              <p:nvPr/>
            </p:nvCxnSpPr>
            <p:spPr>
              <a:xfrm rot="10800000" flipH="1">
                <a:off x="-453249" y="-244140"/>
                <a:ext cx="453600" cy="1794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2"/>
              <p:cNvCxnSpPr>
                <a:stCxn id="46" idx="6"/>
                <a:endCxn id="48" idx="1"/>
              </p:cNvCxnSpPr>
              <p:nvPr/>
            </p:nvCxnSpPr>
            <p:spPr>
              <a:xfrm rot="10800000">
                <a:off x="284298" y="-244079"/>
                <a:ext cx="2756700" cy="66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2" name="Google Shape;72;p2"/>
              <p:cNvSpPr/>
              <p:nvPr/>
            </p:nvSpPr>
            <p:spPr>
              <a:xfrm rot="10800000">
                <a:off x="-769166" y="-840100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3" name="Google Shape;73;p2"/>
              <p:cNvCxnSpPr>
                <a:stCxn id="53" idx="4"/>
                <a:endCxn id="72" idx="7"/>
              </p:cNvCxnSpPr>
              <p:nvPr/>
            </p:nvCxnSpPr>
            <p:spPr>
              <a:xfrm rot="10800000" flipH="1">
                <a:off x="-769191" y="-728710"/>
                <a:ext cx="19200" cy="126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2"/>
              <p:cNvCxnSpPr>
                <a:stCxn id="72" idx="2"/>
                <a:endCxn id="48" idx="5"/>
              </p:cNvCxnSpPr>
              <p:nvPr/>
            </p:nvCxnSpPr>
            <p:spPr>
              <a:xfrm>
                <a:off x="-638666" y="-774850"/>
                <a:ext cx="639000" cy="246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" name="Google Shape;75;p2"/>
              <p:cNvCxnSpPr>
                <a:stCxn id="72" idx="0"/>
                <a:endCxn id="47" idx="4"/>
              </p:cNvCxnSpPr>
              <p:nvPr/>
            </p:nvCxnSpPr>
            <p:spPr>
              <a:xfrm>
                <a:off x="-703916" y="-709600"/>
                <a:ext cx="250800" cy="2259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" name="Google Shape;76;p2"/>
              <p:cNvCxnSpPr>
                <a:stCxn id="72" idx="1"/>
                <a:endCxn id="49" idx="5"/>
              </p:cNvCxnSpPr>
              <p:nvPr/>
            </p:nvCxnSpPr>
            <p:spPr>
              <a:xfrm>
                <a:off x="-657777" y="-728711"/>
                <a:ext cx="1051800" cy="1410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" name="Google Shape;77;p2"/>
              <p:cNvSpPr/>
              <p:nvPr/>
            </p:nvSpPr>
            <p:spPr>
              <a:xfrm rot="10800000">
                <a:off x="374866" y="-872068"/>
                <a:ext cx="194400" cy="194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8" name="Google Shape;78;p2"/>
              <p:cNvCxnSpPr>
                <a:stCxn id="72" idx="2"/>
                <a:endCxn id="77" idx="6"/>
              </p:cNvCxnSpPr>
              <p:nvPr/>
            </p:nvCxnSpPr>
            <p:spPr>
              <a:xfrm>
                <a:off x="-638666" y="-774850"/>
                <a:ext cx="10134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9" name="Google Shape;79;p2"/>
              <p:cNvCxnSpPr>
                <a:stCxn id="77" idx="1"/>
                <a:endCxn id="52" idx="5"/>
              </p:cNvCxnSpPr>
              <p:nvPr/>
            </p:nvCxnSpPr>
            <p:spPr>
              <a:xfrm>
                <a:off x="540797" y="-706138"/>
                <a:ext cx="933900" cy="109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>
            <a:spLocks noGrp="1"/>
          </p:cNvSpPr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2" name="Google Shape;82;p3"/>
          <p:cNvSpPr txBox="1">
            <a:spLocks noGrp="1"/>
          </p:cNvSpPr>
          <p:nvPr>
            <p:ph type="title" idx="2" hasCustomPrompt="1"/>
          </p:nvPr>
        </p:nvSpPr>
        <p:spPr>
          <a:xfrm>
            <a:off x="3745950" y="809625"/>
            <a:ext cx="1652100" cy="112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3" name="Google Shape;83;p3"/>
          <p:cNvSpPr txBox="1">
            <a:spLocks noGrp="1"/>
          </p:cNvSpPr>
          <p:nvPr>
            <p:ph type="subTitle" idx="1"/>
          </p:nvPr>
        </p:nvSpPr>
        <p:spPr>
          <a:xfrm>
            <a:off x="1463100" y="3797250"/>
            <a:ext cx="6217800" cy="43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4" name="Google Shape;84;p3"/>
          <p:cNvGrpSpPr/>
          <p:nvPr/>
        </p:nvGrpSpPr>
        <p:grpSpPr>
          <a:xfrm>
            <a:off x="-1196147" y="-548842"/>
            <a:ext cx="13880920" cy="6874700"/>
            <a:chOff x="-1196147" y="-548842"/>
            <a:chExt cx="13880920" cy="6874700"/>
          </a:xfrm>
        </p:grpSpPr>
        <p:grpSp>
          <p:nvGrpSpPr>
            <p:cNvPr id="85" name="Google Shape;85;p3"/>
            <p:cNvGrpSpPr/>
            <p:nvPr/>
          </p:nvGrpSpPr>
          <p:grpSpPr>
            <a:xfrm>
              <a:off x="-1196147" y="-548842"/>
              <a:ext cx="3657841" cy="4417628"/>
              <a:chOff x="-1196147" y="-548842"/>
              <a:chExt cx="3657841" cy="4417628"/>
            </a:xfrm>
          </p:grpSpPr>
          <p:sp>
            <p:nvSpPr>
              <p:cNvPr id="86" name="Google Shape;86;p3"/>
              <p:cNvSpPr/>
              <p:nvPr/>
            </p:nvSpPr>
            <p:spPr>
              <a:xfrm rot="10359365">
                <a:off x="2255245" y="146021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 rot="10359365">
                <a:off x="-841304" y="2200605"/>
                <a:ext cx="194798" cy="194798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 rot="10361981">
                <a:off x="352993" y="-214656"/>
                <a:ext cx="401353" cy="40135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 rot="10355821">
                <a:off x="274120" y="560515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 rot="10360416">
                <a:off x="1106270" y="873580"/>
                <a:ext cx="254074" cy="25407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 rot="10355821">
                <a:off x="424057" y="2400495"/>
                <a:ext cx="130387" cy="1303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 rot="9969336">
                <a:off x="1746927" y="9840"/>
                <a:ext cx="130388" cy="130388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 rot="10360567">
                <a:off x="-737089" y="906043"/>
                <a:ext cx="96487" cy="9648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94" name="Google Shape;94;p3"/>
              <p:cNvCxnSpPr>
                <a:stCxn id="90" idx="5"/>
                <a:endCxn id="89" idx="1"/>
              </p:cNvCxnSpPr>
              <p:nvPr/>
            </p:nvCxnSpPr>
            <p:spPr>
              <a:xfrm rot="10800000">
                <a:off x="390857" y="665576"/>
                <a:ext cx="741900" cy="25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" name="Google Shape;95;p3"/>
              <p:cNvCxnSpPr>
                <a:stCxn id="91" idx="4"/>
                <a:endCxn id="89" idx="0"/>
              </p:cNvCxnSpPr>
              <p:nvPr/>
            </p:nvCxnSpPr>
            <p:spPr>
              <a:xfrm rot="10800000">
                <a:off x="347650" y="690439"/>
                <a:ext cx="133200" cy="171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" name="Google Shape;96;p3"/>
              <p:cNvCxnSpPr>
                <a:stCxn id="86" idx="6"/>
                <a:endCxn id="90" idx="3"/>
              </p:cNvCxnSpPr>
              <p:nvPr/>
            </p:nvCxnSpPr>
            <p:spPr>
              <a:xfrm flipH="1">
                <a:off x="1311044" y="255870"/>
                <a:ext cx="945000" cy="64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" name="Google Shape;97;p3"/>
              <p:cNvCxnSpPr>
                <a:stCxn id="90" idx="7"/>
                <a:endCxn id="91" idx="2"/>
              </p:cNvCxnSpPr>
              <p:nvPr/>
            </p:nvCxnSpPr>
            <p:spPr>
              <a:xfrm flipH="1">
                <a:off x="553867" y="1101167"/>
                <a:ext cx="601800" cy="135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" name="Google Shape;98;p3"/>
              <p:cNvCxnSpPr>
                <a:stCxn id="91" idx="6"/>
                <a:endCxn id="87" idx="1"/>
              </p:cNvCxnSpPr>
              <p:nvPr/>
            </p:nvCxnSpPr>
            <p:spPr>
              <a:xfrm rot="10800000">
                <a:off x="-666800" y="2357389"/>
                <a:ext cx="1091400" cy="116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3"/>
              <p:cNvCxnSpPr>
                <a:stCxn id="89" idx="7"/>
                <a:endCxn id="87" idx="3"/>
              </p:cNvCxnSpPr>
              <p:nvPr/>
            </p:nvCxnSpPr>
            <p:spPr>
              <a:xfrm flipH="1">
                <a:off x="-684462" y="677363"/>
                <a:ext cx="984000" cy="15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3"/>
              <p:cNvCxnSpPr>
                <a:stCxn id="86" idx="6"/>
                <a:endCxn id="92" idx="1"/>
              </p:cNvCxnSpPr>
              <p:nvPr/>
            </p:nvCxnSpPr>
            <p:spPr>
              <a:xfrm rot="10800000">
                <a:off x="1867844" y="108870"/>
                <a:ext cx="388200" cy="147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3"/>
              <p:cNvCxnSpPr>
                <a:stCxn id="92" idx="6"/>
                <a:endCxn id="89" idx="2"/>
              </p:cNvCxnSpPr>
              <p:nvPr/>
            </p:nvCxnSpPr>
            <p:spPr>
              <a:xfrm flipH="1">
                <a:off x="403921" y="90634"/>
                <a:ext cx="1344900" cy="52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3"/>
              <p:cNvCxnSpPr>
                <a:stCxn id="92" idx="6"/>
                <a:endCxn id="88" idx="1"/>
              </p:cNvCxnSpPr>
              <p:nvPr/>
            </p:nvCxnSpPr>
            <p:spPr>
              <a:xfrm flipH="1">
                <a:off x="712321" y="90634"/>
                <a:ext cx="1036500" cy="18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" name="Google Shape;103;p3"/>
              <p:cNvCxnSpPr>
                <a:stCxn id="88" idx="7"/>
                <a:endCxn id="93" idx="3"/>
              </p:cNvCxnSpPr>
              <p:nvPr/>
            </p:nvCxnSpPr>
            <p:spPr>
              <a:xfrm flipH="1">
                <a:off x="-659248" y="144801"/>
                <a:ext cx="1090200" cy="77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3"/>
              <p:cNvCxnSpPr>
                <a:stCxn id="89" idx="6"/>
                <a:endCxn id="93" idx="2"/>
              </p:cNvCxnSpPr>
              <p:nvPr/>
            </p:nvCxnSpPr>
            <p:spPr>
              <a:xfrm flipH="1">
                <a:off x="-640937" y="634109"/>
                <a:ext cx="915600" cy="31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3"/>
              <p:cNvCxnSpPr>
                <a:stCxn id="93" idx="0"/>
                <a:endCxn id="87" idx="5"/>
              </p:cNvCxnSpPr>
              <p:nvPr/>
            </p:nvCxnSpPr>
            <p:spPr>
              <a:xfrm flipH="1">
                <a:off x="-820996" y="1002137"/>
                <a:ext cx="138300" cy="123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3"/>
              <p:cNvCxnSpPr>
                <a:stCxn id="91" idx="5"/>
                <a:endCxn id="93" idx="1"/>
              </p:cNvCxnSpPr>
              <p:nvPr/>
            </p:nvCxnSpPr>
            <p:spPr>
              <a:xfrm rot="10800000">
                <a:off x="-650804" y="983814"/>
                <a:ext cx="1088400" cy="144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" name="Google Shape;107;p3"/>
              <p:cNvCxnSpPr>
                <a:stCxn id="90" idx="6"/>
                <a:endCxn id="93" idx="1"/>
              </p:cNvCxnSpPr>
              <p:nvPr/>
            </p:nvCxnSpPr>
            <p:spPr>
              <a:xfrm rot="10800000">
                <a:off x="-650693" y="983817"/>
                <a:ext cx="1758000" cy="3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" name="Google Shape;108;p3"/>
              <p:cNvCxnSpPr>
                <a:stCxn id="90" idx="4"/>
                <a:endCxn id="88" idx="1"/>
              </p:cNvCxnSpPr>
              <p:nvPr/>
            </p:nvCxnSpPr>
            <p:spPr>
              <a:xfrm rot="10800000">
                <a:off x="712507" y="108717"/>
                <a:ext cx="504600" cy="765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9" name="Google Shape;109;p3"/>
              <p:cNvSpPr/>
              <p:nvPr/>
            </p:nvSpPr>
            <p:spPr>
              <a:xfrm rot="10355821">
                <a:off x="-1188290" y="-540986"/>
                <a:ext cx="130387" cy="13038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" name="Google Shape;110;p3"/>
              <p:cNvCxnSpPr>
                <a:stCxn id="93" idx="4"/>
                <a:endCxn id="109" idx="1"/>
              </p:cNvCxnSpPr>
              <p:nvPr/>
            </p:nvCxnSpPr>
            <p:spPr>
              <a:xfrm rot="10800000">
                <a:off x="-1071496" y="-436063"/>
                <a:ext cx="376500" cy="1342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" name="Google Shape;111;p3"/>
              <p:cNvCxnSpPr>
                <a:stCxn id="109" idx="1"/>
                <a:endCxn id="88" idx="5"/>
              </p:cNvCxnSpPr>
              <p:nvPr/>
            </p:nvCxnSpPr>
            <p:spPr>
              <a:xfrm>
                <a:off x="-1071443" y="-436018"/>
                <a:ext cx="1466400" cy="299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3"/>
              <p:cNvCxnSpPr>
                <a:stCxn id="109" idx="1"/>
                <a:endCxn id="89" idx="5"/>
              </p:cNvCxnSpPr>
              <p:nvPr/>
            </p:nvCxnSpPr>
            <p:spPr>
              <a:xfrm>
                <a:off x="-1071443" y="-436018"/>
                <a:ext cx="1359000" cy="102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3"/>
              <p:cNvSpPr/>
              <p:nvPr/>
            </p:nvSpPr>
            <p:spPr>
              <a:xfrm rot="10361165">
                <a:off x="-233691" y="3414341"/>
                <a:ext cx="428890" cy="42889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" name="Google Shape;114;p3"/>
              <p:cNvCxnSpPr>
                <a:stCxn id="91" idx="0"/>
                <a:endCxn id="113" idx="3"/>
              </p:cNvCxnSpPr>
              <p:nvPr/>
            </p:nvCxnSpPr>
            <p:spPr>
              <a:xfrm flipH="1">
                <a:off x="111850" y="2530339"/>
                <a:ext cx="385800" cy="92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" name="Google Shape;115;p3"/>
              <p:cNvCxnSpPr>
                <a:stCxn id="87" idx="0"/>
                <a:endCxn id="113" idx="5"/>
              </p:cNvCxnSpPr>
              <p:nvPr/>
            </p:nvCxnSpPr>
            <p:spPr>
              <a:xfrm>
                <a:off x="-731455" y="2394604"/>
                <a:ext cx="542400" cy="110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16" name="Google Shape;116;p3"/>
            <p:cNvGrpSpPr/>
            <p:nvPr/>
          </p:nvGrpSpPr>
          <p:grpSpPr>
            <a:xfrm>
              <a:off x="6988759" y="2308882"/>
              <a:ext cx="5696014" cy="4016976"/>
              <a:chOff x="6988759" y="2308882"/>
              <a:chExt cx="5696014" cy="4016976"/>
            </a:xfrm>
          </p:grpSpPr>
          <p:sp>
            <p:nvSpPr>
              <p:cNvPr id="117" name="Google Shape;117;p3"/>
              <p:cNvSpPr/>
              <p:nvPr/>
            </p:nvSpPr>
            <p:spPr>
              <a:xfrm rot="10800000" flipH="1">
                <a:off x="6988759" y="4811408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8" name="Google Shape;118;p3"/>
              <p:cNvSpPr/>
              <p:nvPr/>
            </p:nvSpPr>
            <p:spPr>
              <a:xfrm rot="10800000" flipH="1">
                <a:off x="9708881" y="5924735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9" name="Google Shape;119;p3"/>
              <p:cNvSpPr/>
              <p:nvPr/>
            </p:nvSpPr>
            <p:spPr>
              <a:xfrm rot="10800000" flipH="1">
                <a:off x="9274463" y="3379603"/>
                <a:ext cx="401400" cy="4014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0" name="Google Shape;120;p3"/>
              <p:cNvSpPr/>
              <p:nvPr/>
            </p:nvSpPr>
            <p:spPr>
              <a:xfrm rot="10800000" flipH="1">
                <a:off x="8847429" y="5037312"/>
                <a:ext cx="130500" cy="130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1" name="Google Shape;121;p3"/>
              <p:cNvSpPr/>
              <p:nvPr/>
            </p:nvSpPr>
            <p:spPr>
              <a:xfrm rot="10800000" flipH="1">
                <a:off x="7696942" y="5973758"/>
                <a:ext cx="96300" cy="96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2" name="Google Shape;122;p3"/>
              <p:cNvSpPr/>
              <p:nvPr/>
            </p:nvSpPr>
            <p:spPr>
              <a:xfrm rot="10800000" flipH="1">
                <a:off x="8847429" y="6195358"/>
                <a:ext cx="130500" cy="1305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3" name="Google Shape;123;p3"/>
              <p:cNvSpPr/>
              <p:nvPr/>
            </p:nvSpPr>
            <p:spPr>
              <a:xfrm rot="10800000" flipH="1">
                <a:off x="7958998" y="409569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24" name="Google Shape;124;p3"/>
              <p:cNvSpPr/>
              <p:nvPr/>
            </p:nvSpPr>
            <p:spPr>
              <a:xfrm rot="10800000" flipH="1">
                <a:off x="12588473" y="4375765"/>
                <a:ext cx="96300" cy="96300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25" name="Google Shape;125;p3"/>
              <p:cNvCxnSpPr>
                <a:stCxn id="121" idx="5"/>
                <a:endCxn id="120" idx="1"/>
              </p:cNvCxnSpPr>
              <p:nvPr/>
            </p:nvCxnSpPr>
            <p:spPr>
              <a:xfrm rot="10800000" flipH="1">
                <a:off x="7779139" y="5148761"/>
                <a:ext cx="1087500" cy="83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6" name="Google Shape;126;p3"/>
              <p:cNvCxnSpPr>
                <a:stCxn id="122" idx="4"/>
                <a:endCxn id="120" idx="0"/>
              </p:cNvCxnSpPr>
              <p:nvPr/>
            </p:nvCxnSpPr>
            <p:spPr>
              <a:xfrm rot="10800000">
                <a:off x="8912679" y="5167858"/>
                <a:ext cx="0" cy="102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7" name="Google Shape;127;p3"/>
              <p:cNvCxnSpPr>
                <a:stCxn id="117" idx="6"/>
                <a:endCxn id="120" idx="2"/>
              </p:cNvCxnSpPr>
              <p:nvPr/>
            </p:nvCxnSpPr>
            <p:spPr>
              <a:xfrm>
                <a:off x="7183159" y="4908608"/>
                <a:ext cx="1664400" cy="19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8" name="Google Shape;128;p3"/>
              <p:cNvCxnSpPr>
                <a:stCxn id="117" idx="0"/>
                <a:endCxn id="121" idx="3"/>
              </p:cNvCxnSpPr>
              <p:nvPr/>
            </p:nvCxnSpPr>
            <p:spPr>
              <a:xfrm>
                <a:off x="7085959" y="5005808"/>
                <a:ext cx="625200" cy="98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9" name="Google Shape;129;p3"/>
              <p:cNvCxnSpPr>
                <a:stCxn id="121" idx="7"/>
                <a:endCxn id="122" idx="2"/>
              </p:cNvCxnSpPr>
              <p:nvPr/>
            </p:nvCxnSpPr>
            <p:spPr>
              <a:xfrm>
                <a:off x="7779139" y="6055955"/>
                <a:ext cx="1068300" cy="2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0" name="Google Shape;130;p3"/>
              <p:cNvCxnSpPr>
                <a:stCxn id="122" idx="6"/>
                <a:endCxn id="118" idx="2"/>
              </p:cNvCxnSpPr>
              <p:nvPr/>
            </p:nvCxnSpPr>
            <p:spPr>
              <a:xfrm rot="10800000" flipH="1">
                <a:off x="8977929" y="6021808"/>
                <a:ext cx="731100" cy="23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1" name="Google Shape;131;p3"/>
              <p:cNvCxnSpPr>
                <a:stCxn id="120" idx="7"/>
                <a:endCxn id="118" idx="3"/>
              </p:cNvCxnSpPr>
              <p:nvPr/>
            </p:nvCxnSpPr>
            <p:spPr>
              <a:xfrm>
                <a:off x="8958818" y="5148700"/>
                <a:ext cx="778500" cy="80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" name="Google Shape;132;p3"/>
              <p:cNvCxnSpPr>
                <a:stCxn id="117" idx="5"/>
                <a:endCxn id="123" idx="1"/>
              </p:cNvCxnSpPr>
              <p:nvPr/>
            </p:nvCxnSpPr>
            <p:spPr>
              <a:xfrm rot="10800000" flipH="1">
                <a:off x="7154690" y="4207177"/>
                <a:ext cx="823500" cy="63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" name="Google Shape;133;p3"/>
              <p:cNvCxnSpPr>
                <a:stCxn id="123" idx="7"/>
                <a:endCxn id="120" idx="3"/>
              </p:cNvCxnSpPr>
              <p:nvPr/>
            </p:nvCxnSpPr>
            <p:spPr>
              <a:xfrm>
                <a:off x="8070387" y="4207078"/>
                <a:ext cx="796200" cy="84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" name="Google Shape;134;p3"/>
              <p:cNvCxnSpPr>
                <a:stCxn id="123" idx="7"/>
                <a:endCxn id="119" idx="1"/>
              </p:cNvCxnSpPr>
              <p:nvPr/>
            </p:nvCxnSpPr>
            <p:spPr>
              <a:xfrm rot="10800000" flipH="1">
                <a:off x="8070387" y="3722278"/>
                <a:ext cx="1263000" cy="484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" name="Google Shape;135;p3"/>
              <p:cNvCxnSpPr>
                <a:stCxn id="119" idx="0"/>
                <a:endCxn id="120" idx="5"/>
              </p:cNvCxnSpPr>
              <p:nvPr/>
            </p:nvCxnSpPr>
            <p:spPr>
              <a:xfrm flipH="1">
                <a:off x="8958863" y="3781003"/>
                <a:ext cx="516300" cy="127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" name="Google Shape;136;p3"/>
              <p:cNvCxnSpPr>
                <a:stCxn id="124" idx="1"/>
                <a:endCxn id="118" idx="5"/>
              </p:cNvCxnSpPr>
              <p:nvPr/>
            </p:nvCxnSpPr>
            <p:spPr>
              <a:xfrm flipH="1">
                <a:off x="9874676" y="4457962"/>
                <a:ext cx="2727900" cy="149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7" name="Google Shape;137;p3"/>
              <p:cNvCxnSpPr>
                <a:stCxn id="121" idx="6"/>
                <a:endCxn id="124" idx="1"/>
              </p:cNvCxnSpPr>
              <p:nvPr/>
            </p:nvCxnSpPr>
            <p:spPr>
              <a:xfrm rot="10800000" flipH="1">
                <a:off x="7793242" y="4458008"/>
                <a:ext cx="4809300" cy="15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8" name="Google Shape;138;p3"/>
              <p:cNvCxnSpPr>
                <a:stCxn id="118" idx="4"/>
                <a:endCxn id="119" idx="0"/>
              </p:cNvCxnSpPr>
              <p:nvPr/>
            </p:nvCxnSpPr>
            <p:spPr>
              <a:xfrm rot="10800000">
                <a:off x="9475181" y="3780935"/>
                <a:ext cx="330900" cy="214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9" name="Google Shape;139;p3"/>
              <p:cNvSpPr/>
              <p:nvPr/>
            </p:nvSpPr>
            <p:spPr>
              <a:xfrm rot="10800000" flipH="1">
                <a:off x="11005448" y="3761850"/>
                <a:ext cx="130500" cy="130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" name="Google Shape;140;p3"/>
              <p:cNvCxnSpPr>
                <a:stCxn id="124" idx="2"/>
                <a:endCxn id="139" idx="7"/>
              </p:cNvCxnSpPr>
              <p:nvPr/>
            </p:nvCxnSpPr>
            <p:spPr>
              <a:xfrm rot="10800000">
                <a:off x="11116973" y="3873115"/>
                <a:ext cx="1471500" cy="550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434343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" name="Google Shape;141;p3"/>
              <p:cNvCxnSpPr>
                <a:stCxn id="139" idx="2"/>
                <a:endCxn id="119" idx="6"/>
              </p:cNvCxnSpPr>
              <p:nvPr/>
            </p:nvCxnSpPr>
            <p:spPr>
              <a:xfrm rot="10800000">
                <a:off x="9675848" y="3580200"/>
                <a:ext cx="1329600" cy="246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" name="Google Shape;142;p3"/>
              <p:cNvCxnSpPr>
                <a:stCxn id="139" idx="0"/>
                <a:endCxn id="118" idx="4"/>
              </p:cNvCxnSpPr>
              <p:nvPr/>
            </p:nvCxnSpPr>
            <p:spPr>
              <a:xfrm flipH="1">
                <a:off x="9806198" y="3892350"/>
                <a:ext cx="1264500" cy="2032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" name="Google Shape;143;p3"/>
              <p:cNvCxnSpPr>
                <a:stCxn id="139" idx="1"/>
                <a:endCxn id="120" idx="5"/>
              </p:cNvCxnSpPr>
              <p:nvPr/>
            </p:nvCxnSpPr>
            <p:spPr>
              <a:xfrm flipH="1">
                <a:off x="8958759" y="3873239"/>
                <a:ext cx="2065800" cy="11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4" name="Google Shape;144;p3"/>
              <p:cNvSpPr/>
              <p:nvPr/>
            </p:nvSpPr>
            <p:spPr>
              <a:xfrm rot="10800000" flipH="1">
                <a:off x="8260191" y="2787257"/>
                <a:ext cx="194400" cy="194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5" name="Google Shape;145;p3"/>
              <p:cNvCxnSpPr>
                <a:stCxn id="119" idx="3"/>
                <a:endCxn id="144" idx="7"/>
              </p:cNvCxnSpPr>
              <p:nvPr/>
            </p:nvCxnSpPr>
            <p:spPr>
              <a:xfrm rot="10800000">
                <a:off x="8426047" y="2953287"/>
                <a:ext cx="907200" cy="485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6" name="Google Shape;146;p3"/>
              <p:cNvCxnSpPr>
                <a:stCxn id="144" idx="0"/>
                <a:endCxn id="123" idx="4"/>
              </p:cNvCxnSpPr>
              <p:nvPr/>
            </p:nvCxnSpPr>
            <p:spPr>
              <a:xfrm flipH="1">
                <a:off x="8024391" y="2981657"/>
                <a:ext cx="333000" cy="111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7" name="Google Shape;147;p3"/>
              <p:cNvSpPr/>
              <p:nvPr/>
            </p:nvSpPr>
            <p:spPr>
              <a:xfrm rot="10800000" flipH="1">
                <a:off x="7973826" y="4652423"/>
                <a:ext cx="249300" cy="249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8" name="Google Shape;148;p3"/>
              <p:cNvCxnSpPr>
                <a:stCxn id="117" idx="6"/>
                <a:endCxn id="147" idx="2"/>
              </p:cNvCxnSpPr>
              <p:nvPr/>
            </p:nvCxnSpPr>
            <p:spPr>
              <a:xfrm rot="10800000" flipH="1">
                <a:off x="7183159" y="4777208"/>
                <a:ext cx="790800" cy="13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9" name="Google Shape;149;p3"/>
              <p:cNvCxnSpPr>
                <a:stCxn id="123" idx="0"/>
                <a:endCxn id="147" idx="4"/>
              </p:cNvCxnSpPr>
              <p:nvPr/>
            </p:nvCxnSpPr>
            <p:spPr>
              <a:xfrm>
                <a:off x="8024248" y="4226190"/>
                <a:ext cx="74100" cy="426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0" name="Google Shape;150;p3"/>
              <p:cNvCxnSpPr>
                <a:stCxn id="147" idx="6"/>
                <a:endCxn id="120" idx="3"/>
              </p:cNvCxnSpPr>
              <p:nvPr/>
            </p:nvCxnSpPr>
            <p:spPr>
              <a:xfrm>
                <a:off x="8223126" y="4777073"/>
                <a:ext cx="643500" cy="27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1" name="Google Shape;151;p3"/>
              <p:cNvSpPr/>
              <p:nvPr/>
            </p:nvSpPr>
            <p:spPr>
              <a:xfrm rot="10800000" flipH="1">
                <a:off x="8782441" y="2308882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2" name="Google Shape;152;p3"/>
              <p:cNvCxnSpPr>
                <a:stCxn id="144" idx="5"/>
                <a:endCxn id="151" idx="1"/>
              </p:cNvCxnSpPr>
              <p:nvPr/>
            </p:nvCxnSpPr>
            <p:spPr>
              <a:xfrm rot="10800000" flipH="1">
                <a:off x="8426122" y="2474926"/>
                <a:ext cx="384900" cy="34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" name="Google Shape;153;p3"/>
              <p:cNvCxnSpPr>
                <a:stCxn id="151" idx="7"/>
                <a:endCxn id="119" idx="3"/>
              </p:cNvCxnSpPr>
              <p:nvPr/>
            </p:nvCxnSpPr>
            <p:spPr>
              <a:xfrm>
                <a:off x="8948372" y="2474812"/>
                <a:ext cx="384900" cy="963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54" name="Google Shape;154;p3"/>
              <p:cNvSpPr/>
              <p:nvPr/>
            </p:nvSpPr>
            <p:spPr>
              <a:xfrm rot="10800000" flipH="1">
                <a:off x="8521366" y="3414207"/>
                <a:ext cx="194400" cy="194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55" name="Google Shape;155;p3"/>
              <p:cNvCxnSpPr>
                <a:stCxn id="144" idx="0"/>
                <a:endCxn id="154" idx="3"/>
              </p:cNvCxnSpPr>
              <p:nvPr/>
            </p:nvCxnSpPr>
            <p:spPr>
              <a:xfrm>
                <a:off x="8357391" y="2981657"/>
                <a:ext cx="192300" cy="46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" name="Google Shape;156;p3"/>
              <p:cNvCxnSpPr>
                <a:stCxn id="154" idx="1"/>
                <a:endCxn id="123" idx="5"/>
              </p:cNvCxnSpPr>
              <p:nvPr/>
            </p:nvCxnSpPr>
            <p:spPr>
              <a:xfrm flipH="1">
                <a:off x="8070435" y="3580137"/>
                <a:ext cx="479400" cy="53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" name="Google Shape;157;p3"/>
              <p:cNvCxnSpPr>
                <a:stCxn id="154" idx="6"/>
                <a:endCxn id="119" idx="2"/>
              </p:cNvCxnSpPr>
              <p:nvPr/>
            </p:nvCxnSpPr>
            <p:spPr>
              <a:xfrm>
                <a:off x="8715766" y="3511407"/>
                <a:ext cx="558600" cy="6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5"/>
          <p:cNvSpPr txBox="1">
            <a:spLocks noGrp="1"/>
          </p:cNvSpPr>
          <p:nvPr>
            <p:ph type="subTitle" idx="1"/>
          </p:nvPr>
        </p:nvSpPr>
        <p:spPr>
          <a:xfrm>
            <a:off x="4951702" y="260997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5"/>
          <p:cNvSpPr txBox="1">
            <a:spLocks noGrp="1"/>
          </p:cNvSpPr>
          <p:nvPr>
            <p:ph type="subTitle" idx="2"/>
          </p:nvPr>
        </p:nvSpPr>
        <p:spPr>
          <a:xfrm>
            <a:off x="1050400" y="2609977"/>
            <a:ext cx="3141900" cy="113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5"/>
          <p:cNvSpPr txBox="1">
            <a:spLocks noGrp="1"/>
          </p:cNvSpPr>
          <p:nvPr>
            <p:ph type="subTitle" idx="3"/>
          </p:nvPr>
        </p:nvSpPr>
        <p:spPr>
          <a:xfrm>
            <a:off x="1050400" y="1821125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35" name="Google Shape;235;p5"/>
          <p:cNvSpPr txBox="1">
            <a:spLocks noGrp="1"/>
          </p:cNvSpPr>
          <p:nvPr>
            <p:ph type="subTitle" idx="4"/>
          </p:nvPr>
        </p:nvSpPr>
        <p:spPr>
          <a:xfrm>
            <a:off x="4951707" y="1821125"/>
            <a:ext cx="3141900" cy="8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236" name="Google Shape;236;p5"/>
          <p:cNvGrpSpPr/>
          <p:nvPr/>
        </p:nvGrpSpPr>
        <p:grpSpPr>
          <a:xfrm>
            <a:off x="-497962" y="-2402532"/>
            <a:ext cx="9442425" cy="7984626"/>
            <a:chOff x="-497962" y="-2402532"/>
            <a:chExt cx="9442425" cy="7984626"/>
          </a:xfrm>
        </p:grpSpPr>
        <p:grpSp>
          <p:nvGrpSpPr>
            <p:cNvPr id="237" name="Google Shape;237;p5"/>
            <p:cNvGrpSpPr/>
            <p:nvPr/>
          </p:nvGrpSpPr>
          <p:grpSpPr>
            <a:xfrm>
              <a:off x="4589284" y="-2402532"/>
              <a:ext cx="4355179" cy="2890037"/>
              <a:chOff x="4589284" y="-2402532"/>
              <a:chExt cx="4355179" cy="2890037"/>
            </a:xfrm>
          </p:grpSpPr>
          <p:sp>
            <p:nvSpPr>
              <p:cNvPr id="238" name="Google Shape;238;p5"/>
              <p:cNvSpPr/>
              <p:nvPr/>
            </p:nvSpPr>
            <p:spPr>
              <a:xfrm rot="-2040502">
                <a:off x="4627083" y="192930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9" name="Google Shape;239;p5"/>
              <p:cNvSpPr/>
              <p:nvPr/>
            </p:nvSpPr>
            <p:spPr>
              <a:xfrm rot="-2040502">
                <a:off x="7193806" y="-2094369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0" name="Google Shape;240;p5"/>
              <p:cNvSpPr/>
              <p:nvPr/>
            </p:nvSpPr>
            <p:spPr>
              <a:xfrm rot="-2039936">
                <a:off x="7657969" y="-331832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1" name="Google Shape;241;p5"/>
              <p:cNvSpPr/>
              <p:nvPr/>
            </p:nvSpPr>
            <p:spPr>
              <a:xfrm rot="-2047713">
                <a:off x="6999695" y="-80062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2" name="Google Shape;242;p5"/>
              <p:cNvSpPr/>
              <p:nvPr/>
            </p:nvSpPr>
            <p:spPr>
              <a:xfrm rot="-2045153">
                <a:off x="6126796" y="-832163"/>
                <a:ext cx="96354" cy="9635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3" name="Google Shape;243;p5"/>
              <p:cNvSpPr/>
              <p:nvPr/>
            </p:nvSpPr>
            <p:spPr>
              <a:xfrm rot="-2047713">
                <a:off x="6039211" y="-237716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4" name="Google Shape;244;p5"/>
              <p:cNvSpPr/>
              <p:nvPr/>
            </p:nvSpPr>
            <p:spPr>
              <a:xfrm rot="-2047713">
                <a:off x="6268216" y="-105290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5" name="Google Shape;245;p5"/>
              <p:cNvSpPr/>
              <p:nvPr/>
            </p:nvSpPr>
            <p:spPr>
              <a:xfrm rot="-2045153">
                <a:off x="8100376" y="-1339754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46" name="Google Shape;246;p5"/>
              <p:cNvCxnSpPr>
                <a:stCxn id="242" idx="5"/>
                <a:endCxn id="241" idx="1"/>
              </p:cNvCxnSpPr>
              <p:nvPr/>
            </p:nvCxnSpPr>
            <p:spPr>
              <a:xfrm>
                <a:off x="6222278" y="-774864"/>
                <a:ext cx="778500" cy="2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7" name="Google Shape;247;p5"/>
              <p:cNvCxnSpPr>
                <a:stCxn id="243" idx="4"/>
                <a:endCxn id="241" idx="0"/>
              </p:cNvCxnSpPr>
              <p:nvPr/>
            </p:nvCxnSpPr>
            <p:spPr>
              <a:xfrm>
                <a:off x="6141046" y="-2257932"/>
                <a:ext cx="887400" cy="1468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8" name="Google Shape;248;p5"/>
              <p:cNvCxnSpPr>
                <a:stCxn id="238" idx="6"/>
                <a:endCxn id="242" idx="3"/>
              </p:cNvCxnSpPr>
              <p:nvPr/>
            </p:nvCxnSpPr>
            <p:spPr>
              <a:xfrm rot="10800000" flipH="1">
                <a:off x="4805134" y="-736769"/>
                <a:ext cx="1360800" cy="97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49" name="Google Shape;249;p5"/>
              <p:cNvCxnSpPr>
                <a:stCxn id="242" idx="7"/>
                <a:endCxn id="243" idx="2"/>
              </p:cNvCxnSpPr>
              <p:nvPr/>
            </p:nvCxnSpPr>
            <p:spPr>
              <a:xfrm rot="10800000">
                <a:off x="6050594" y="-2275192"/>
                <a:ext cx="133500" cy="144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0" name="Google Shape;250;p5"/>
              <p:cNvCxnSpPr>
                <a:stCxn id="243" idx="6"/>
                <a:endCxn id="239" idx="1"/>
              </p:cNvCxnSpPr>
              <p:nvPr/>
            </p:nvCxnSpPr>
            <p:spPr>
              <a:xfrm>
                <a:off x="6158446" y="-2348532"/>
                <a:ext cx="1037100" cy="33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1" name="Google Shape;251;p5"/>
              <p:cNvCxnSpPr>
                <a:stCxn id="241" idx="7"/>
                <a:endCxn id="239" idx="3"/>
              </p:cNvCxnSpPr>
              <p:nvPr/>
            </p:nvCxnSpPr>
            <p:spPr>
              <a:xfrm rot="10800000" flipH="1">
                <a:off x="7077233" y="-1901356"/>
                <a:ext cx="195300" cy="1101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5"/>
              <p:cNvCxnSpPr>
                <a:stCxn id="238" idx="6"/>
                <a:endCxn id="244" idx="1"/>
              </p:cNvCxnSpPr>
              <p:nvPr/>
            </p:nvCxnSpPr>
            <p:spPr>
              <a:xfrm rot="10800000" flipH="1">
                <a:off x="4805134" y="-52469"/>
                <a:ext cx="1464300" cy="288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3" name="Google Shape;253;p5"/>
              <p:cNvCxnSpPr>
                <a:stCxn id="244" idx="6"/>
                <a:endCxn id="241" idx="2"/>
              </p:cNvCxnSpPr>
              <p:nvPr/>
            </p:nvCxnSpPr>
            <p:spPr>
              <a:xfrm rot="10800000" flipH="1">
                <a:off x="6387451" y="-698855"/>
                <a:ext cx="623400" cy="62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4" name="Google Shape;254;p5"/>
              <p:cNvCxnSpPr>
                <a:stCxn id="244" idx="5"/>
                <a:endCxn id="240" idx="1"/>
              </p:cNvCxnSpPr>
              <p:nvPr/>
            </p:nvCxnSpPr>
            <p:spPr>
              <a:xfrm rot="10800000" flipH="1">
                <a:off x="6397515" y="-169351"/>
                <a:ext cx="1264200" cy="14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5" name="Google Shape;255;p5"/>
              <p:cNvCxnSpPr>
                <a:stCxn id="240" idx="0"/>
                <a:endCxn id="241" idx="5"/>
              </p:cNvCxnSpPr>
              <p:nvPr/>
            </p:nvCxnSpPr>
            <p:spPr>
              <a:xfrm rot="10800000">
                <a:off x="7129021" y="-723230"/>
                <a:ext cx="617400" cy="42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5"/>
              <p:cNvCxnSpPr>
                <a:stCxn id="240" idx="7"/>
                <a:endCxn id="245" idx="3"/>
              </p:cNvCxnSpPr>
              <p:nvPr/>
            </p:nvCxnSpPr>
            <p:spPr>
              <a:xfrm rot="10800000" flipH="1">
                <a:off x="7896910" y="-1244345"/>
                <a:ext cx="242400" cy="916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5"/>
              <p:cNvCxnSpPr>
                <a:stCxn id="241" idx="6"/>
                <a:endCxn id="245" idx="2"/>
              </p:cNvCxnSpPr>
              <p:nvPr/>
            </p:nvCxnSpPr>
            <p:spPr>
              <a:xfrm rot="10800000" flipH="1">
                <a:off x="7118930" y="-1264592"/>
                <a:ext cx="989700" cy="492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5"/>
              <p:cNvCxnSpPr>
                <a:stCxn id="245" idx="0"/>
                <a:endCxn id="239" idx="5"/>
              </p:cNvCxnSpPr>
              <p:nvPr/>
            </p:nvCxnSpPr>
            <p:spPr>
              <a:xfrm rot="10800000">
                <a:off x="7386853" y="-1978577"/>
                <a:ext cx="734700" cy="647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5"/>
              <p:cNvCxnSpPr>
                <a:stCxn id="243" idx="5"/>
                <a:endCxn id="245" idx="1"/>
              </p:cNvCxnSpPr>
              <p:nvPr/>
            </p:nvCxnSpPr>
            <p:spPr>
              <a:xfrm>
                <a:off x="6168510" y="-2299629"/>
                <a:ext cx="1932600" cy="99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5"/>
              <p:cNvCxnSpPr>
                <a:stCxn id="242" idx="6"/>
                <a:endCxn id="245" idx="1"/>
              </p:cNvCxnSpPr>
              <p:nvPr/>
            </p:nvCxnSpPr>
            <p:spPr>
              <a:xfrm rot="10800000" flipH="1">
                <a:off x="6214873" y="-1300586"/>
                <a:ext cx="1886400" cy="489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5"/>
              <p:cNvCxnSpPr>
                <a:stCxn id="242" idx="4"/>
                <a:endCxn id="240" idx="1"/>
              </p:cNvCxnSpPr>
              <p:nvPr/>
            </p:nvCxnSpPr>
            <p:spPr>
              <a:xfrm>
                <a:off x="6201973" y="-744086"/>
                <a:ext cx="1459800" cy="574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5"/>
              <p:cNvCxnSpPr>
                <a:stCxn id="239" idx="4"/>
                <a:endCxn id="240" idx="7"/>
              </p:cNvCxnSpPr>
              <p:nvPr/>
            </p:nvCxnSpPr>
            <p:spPr>
              <a:xfrm>
                <a:off x="7345607" y="-1916318"/>
                <a:ext cx="551400" cy="158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63" name="Google Shape;263;p5"/>
              <p:cNvSpPr/>
              <p:nvPr/>
            </p:nvSpPr>
            <p:spPr>
              <a:xfrm rot="-2047713">
                <a:off x="8788629" y="-4306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4" name="Google Shape;264;p5"/>
              <p:cNvCxnSpPr>
                <a:stCxn id="245" idx="4"/>
                <a:endCxn id="263" idx="7"/>
              </p:cNvCxnSpPr>
              <p:nvPr/>
            </p:nvCxnSpPr>
            <p:spPr>
              <a:xfrm>
                <a:off x="8175553" y="-1251677"/>
                <a:ext cx="690600" cy="120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5" name="Google Shape;265;p5"/>
              <p:cNvCxnSpPr>
                <a:stCxn id="263" idx="1"/>
                <a:endCxn id="240" idx="5"/>
              </p:cNvCxnSpPr>
              <p:nvPr/>
            </p:nvCxnSpPr>
            <p:spPr>
              <a:xfrm rot="10800000">
                <a:off x="8055700" y="-93031"/>
                <a:ext cx="734100" cy="1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6" name="Google Shape;266;p5"/>
              <p:cNvCxnSpPr>
                <a:stCxn id="263" idx="0"/>
                <a:endCxn id="239" idx="4"/>
              </p:cNvCxnSpPr>
              <p:nvPr/>
            </p:nvCxnSpPr>
            <p:spPr>
              <a:xfrm rot="10800000">
                <a:off x="7345463" y="-1916427"/>
                <a:ext cx="1471800" cy="1884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7" name="Google Shape;267;p5"/>
              <p:cNvCxnSpPr>
                <a:stCxn id="263" idx="1"/>
                <a:endCxn id="241" idx="5"/>
              </p:cNvCxnSpPr>
              <p:nvPr/>
            </p:nvCxnSpPr>
            <p:spPr>
              <a:xfrm rot="10800000">
                <a:off x="7129000" y="-723031"/>
                <a:ext cx="1660800" cy="73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68" name="Google Shape;268;p5"/>
              <p:cNvSpPr/>
              <p:nvPr/>
            </p:nvSpPr>
            <p:spPr>
              <a:xfrm rot="-2040502">
                <a:off x="7684687" y="25500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69" name="Google Shape;269;p5"/>
              <p:cNvCxnSpPr>
                <a:stCxn id="263" idx="2"/>
                <a:endCxn id="268" idx="5"/>
              </p:cNvCxnSpPr>
              <p:nvPr/>
            </p:nvCxnSpPr>
            <p:spPr>
              <a:xfrm flipH="1">
                <a:off x="7877663" y="58773"/>
                <a:ext cx="922200" cy="31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" name="Google Shape;270;p5"/>
              <p:cNvCxnSpPr>
                <a:stCxn id="268" idx="1"/>
                <a:endCxn id="244" idx="5"/>
              </p:cNvCxnSpPr>
              <p:nvPr/>
            </p:nvCxnSpPr>
            <p:spPr>
              <a:xfrm rot="10800000">
                <a:off x="6397373" y="-27707"/>
                <a:ext cx="1289100" cy="36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1" name="Google Shape;271;p5"/>
              <p:cNvCxnSpPr>
                <a:stCxn id="268" idx="7"/>
                <a:endCxn id="240" idx="3"/>
              </p:cNvCxnSpPr>
              <p:nvPr/>
            </p:nvCxnSpPr>
            <p:spPr>
              <a:xfrm rot="10800000" flipH="1">
                <a:off x="7800600" y="65689"/>
                <a:ext cx="19800" cy="19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72" name="Google Shape;272;p5"/>
            <p:cNvGrpSpPr/>
            <p:nvPr/>
          </p:nvGrpSpPr>
          <p:grpSpPr>
            <a:xfrm rot="10800000" flipH="1">
              <a:off x="-497962" y="2260383"/>
              <a:ext cx="3063625" cy="3321711"/>
              <a:chOff x="-460575" y="-671217"/>
              <a:chExt cx="3063625" cy="3321711"/>
            </a:xfrm>
          </p:grpSpPr>
          <p:cxnSp>
            <p:nvCxnSpPr>
              <p:cNvPr id="273" name="Google Shape;273;p5"/>
              <p:cNvCxnSpPr>
                <a:stCxn id="274" idx="6"/>
                <a:endCxn id="275" idx="2"/>
              </p:cNvCxnSpPr>
              <p:nvPr/>
            </p:nvCxnSpPr>
            <p:spPr>
              <a:xfrm rot="10800000" flipH="1">
                <a:off x="421801" y="-63292"/>
                <a:ext cx="2023800" cy="47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75" name="Google Shape;275;p5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6" name="Google Shape;276;p5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7" name="Google Shape;277;p5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8" name="Google Shape;278;p5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9" name="Google Shape;279;p5"/>
              <p:cNvSpPr/>
              <p:nvPr/>
            </p:nvSpPr>
            <p:spPr>
              <a:xfrm>
                <a:off x="382937" y="1317277"/>
                <a:ext cx="1569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80" name="Google Shape;280;p5"/>
              <p:cNvCxnSpPr>
                <a:stCxn id="279" idx="4"/>
                <a:endCxn id="277" idx="0"/>
              </p:cNvCxnSpPr>
              <p:nvPr/>
            </p:nvCxnSpPr>
            <p:spPr>
              <a:xfrm flipH="1">
                <a:off x="169187" y="1474777"/>
                <a:ext cx="292200" cy="10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1" name="Google Shape;281;p5"/>
              <p:cNvCxnSpPr>
                <a:stCxn id="278" idx="4"/>
                <a:endCxn id="277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2" name="Google Shape;282;p5"/>
              <p:cNvCxnSpPr>
                <a:stCxn id="278" idx="5"/>
                <a:endCxn id="279" idx="1"/>
              </p:cNvCxnSpPr>
              <p:nvPr/>
            </p:nvCxnSpPr>
            <p:spPr>
              <a:xfrm>
                <a:off x="199829" y="960741"/>
                <a:ext cx="2061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3" name="Google Shape;283;p5"/>
              <p:cNvCxnSpPr>
                <a:stCxn id="278" idx="0"/>
                <a:endCxn id="276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4" name="Google Shape;284;p5"/>
              <p:cNvCxnSpPr>
                <a:stCxn id="278" idx="7"/>
                <a:endCxn id="274" idx="3"/>
              </p:cNvCxnSpPr>
              <p:nvPr/>
            </p:nvCxnSpPr>
            <p:spPr>
              <a:xfrm rot="10800000" flipH="1">
                <a:off x="199829" y="443734"/>
                <a:ext cx="147900" cy="45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5" name="Google Shape;285;p5"/>
              <p:cNvCxnSpPr>
                <a:stCxn id="276" idx="5"/>
                <a:endCxn id="274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6" name="Google Shape;286;p5"/>
              <p:cNvCxnSpPr>
                <a:stCxn id="276" idx="6"/>
                <a:endCxn id="275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7" name="Google Shape;287;p5"/>
              <p:cNvCxnSpPr>
                <a:stCxn id="288" idx="1"/>
                <a:endCxn id="276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9" name="Google Shape;289;p5"/>
              <p:cNvCxnSpPr>
                <a:stCxn id="279" idx="0"/>
                <a:endCxn id="274" idx="4"/>
              </p:cNvCxnSpPr>
              <p:nvPr/>
            </p:nvCxnSpPr>
            <p:spPr>
              <a:xfrm rot="10800000">
                <a:off x="378587" y="456577"/>
                <a:ext cx="82800" cy="86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0" name="Google Shape;290;p5"/>
              <p:cNvCxnSpPr>
                <a:stCxn id="279" idx="0"/>
                <a:endCxn id="288" idx="3"/>
              </p:cNvCxnSpPr>
              <p:nvPr/>
            </p:nvCxnSpPr>
            <p:spPr>
              <a:xfrm rot="10800000" flipH="1">
                <a:off x="461387" y="268177"/>
                <a:ext cx="335100" cy="104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91" name="Google Shape;291;p5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2" name="Google Shape;292;p5"/>
              <p:cNvCxnSpPr>
                <a:stCxn id="276" idx="5"/>
                <a:endCxn id="291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3" name="Google Shape;293;p5"/>
              <p:cNvCxnSpPr>
                <a:stCxn id="288" idx="7"/>
                <a:endCxn id="291" idx="3"/>
              </p:cNvCxnSpPr>
              <p:nvPr/>
            </p:nvCxnSpPr>
            <p:spPr>
              <a:xfrm rot="10800000" flipH="1">
                <a:off x="877592" y="42220"/>
                <a:ext cx="132600" cy="144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4" name="Google Shape;294;p5"/>
              <p:cNvCxnSpPr>
                <a:stCxn id="291" idx="6"/>
                <a:endCxn id="275" idx="2"/>
              </p:cNvCxnSpPr>
              <p:nvPr/>
            </p:nvCxnSpPr>
            <p:spPr>
              <a:xfrm rot="10800000" flipH="1">
                <a:off x="1144725" y="-63481"/>
                <a:ext cx="1300800" cy="50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95" name="Google Shape;295;p5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296" name="Google Shape;296;p5"/>
              <p:cNvCxnSpPr>
                <a:stCxn id="295" idx="0"/>
                <a:endCxn id="276" idx="3"/>
              </p:cNvCxnSpPr>
              <p:nvPr/>
            </p:nvCxnSpPr>
            <p:spPr>
              <a:xfrm rot="10800000" flipH="1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7" name="Google Shape;297;p5"/>
              <p:cNvCxnSpPr>
                <a:stCxn id="295" idx="6"/>
                <a:endCxn id="274" idx="3"/>
              </p:cNvCxnSpPr>
              <p:nvPr/>
            </p:nvCxnSpPr>
            <p:spPr>
              <a:xfrm rot="10800000" flipH="1">
                <a:off x="-303075" y="443769"/>
                <a:ext cx="651000" cy="17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8" name="Google Shape;298;p5"/>
              <p:cNvCxnSpPr>
                <a:stCxn id="295" idx="5"/>
                <a:endCxn id="278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9" name="Google Shape;299;p5"/>
              <p:cNvCxnSpPr>
                <a:stCxn id="295" idx="5"/>
                <a:endCxn id="277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88" name="Google Shape;288;p5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74" name="Google Shape;274;p5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300" name="Google Shape;300;p5"/>
          <p:cNvGrpSpPr/>
          <p:nvPr/>
        </p:nvGrpSpPr>
        <p:grpSpPr>
          <a:xfrm>
            <a:off x="3132451" y="3639438"/>
            <a:ext cx="5812012" cy="1415987"/>
            <a:chOff x="3132451" y="3639438"/>
            <a:chExt cx="5812012" cy="1415987"/>
          </a:xfrm>
        </p:grpSpPr>
        <p:grpSp>
          <p:nvGrpSpPr>
            <p:cNvPr id="301" name="Google Shape;301;p5"/>
            <p:cNvGrpSpPr/>
            <p:nvPr/>
          </p:nvGrpSpPr>
          <p:grpSpPr>
            <a:xfrm rot="10800000" flipH="1">
              <a:off x="8538188" y="3639438"/>
              <a:ext cx="406275" cy="563575"/>
              <a:chOff x="140150" y="4340075"/>
              <a:chExt cx="406275" cy="563575"/>
            </a:xfrm>
          </p:grpSpPr>
          <p:sp>
            <p:nvSpPr>
              <p:cNvPr id="302" name="Google Shape;302;p5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3" name="Google Shape;303;p5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4" name="Google Shape;304;p5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5" name="Google Shape;305;p5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06" name="Google Shape;306;p5"/>
            <p:cNvGrpSpPr/>
            <p:nvPr/>
          </p:nvGrpSpPr>
          <p:grpSpPr>
            <a:xfrm rot="10800000">
              <a:off x="3132451" y="4732750"/>
              <a:ext cx="298275" cy="322675"/>
              <a:chOff x="8667225" y="681525"/>
              <a:chExt cx="298275" cy="322675"/>
            </a:xfrm>
          </p:grpSpPr>
          <p:sp>
            <p:nvSpPr>
              <p:cNvPr id="307" name="Google Shape;307;p5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8" name="Google Shape;308;p5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09" name="Google Shape;309;p5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312" name="Google Shape;312;p6"/>
          <p:cNvCxnSpPr>
            <a:stCxn id="313" idx="6"/>
            <a:endCxn id="314" idx="2"/>
          </p:cNvCxnSpPr>
          <p:nvPr/>
        </p:nvCxnSpPr>
        <p:spPr>
          <a:xfrm rot="10800000" flipH="1">
            <a:off x="193201" y="280868"/>
            <a:ext cx="388800" cy="117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15" name="Google Shape;315;p6"/>
          <p:cNvGrpSpPr/>
          <p:nvPr/>
        </p:nvGrpSpPr>
        <p:grpSpPr>
          <a:xfrm>
            <a:off x="-378324" y="-207277"/>
            <a:ext cx="9969999" cy="5712728"/>
            <a:chOff x="-378324" y="-207277"/>
            <a:chExt cx="9969999" cy="5712728"/>
          </a:xfrm>
        </p:grpSpPr>
        <p:grpSp>
          <p:nvGrpSpPr>
            <p:cNvPr id="316" name="Google Shape;316;p6"/>
            <p:cNvGrpSpPr/>
            <p:nvPr/>
          </p:nvGrpSpPr>
          <p:grpSpPr>
            <a:xfrm>
              <a:off x="-378324" y="-207277"/>
              <a:ext cx="1762174" cy="2641456"/>
              <a:chOff x="-149724" y="-192037"/>
              <a:chExt cx="1762174" cy="2641456"/>
            </a:xfrm>
          </p:grpSpPr>
          <p:cxnSp>
            <p:nvCxnSpPr>
              <p:cNvPr id="317" name="Google Shape;317;p6"/>
              <p:cNvCxnSpPr>
                <a:stCxn id="314" idx="7"/>
                <a:endCxn id="318" idx="2"/>
              </p:cNvCxnSpPr>
              <p:nvPr/>
            </p:nvCxnSpPr>
            <p:spPr>
              <a:xfrm rot="10800000" flipH="1">
                <a:off x="936740" y="3228"/>
                <a:ext cx="518100" cy="24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8" name="Google Shape;318;p6"/>
              <p:cNvSpPr/>
              <p:nvPr/>
            </p:nvSpPr>
            <p:spPr>
              <a:xfrm>
                <a:off x="1454950" y="-75631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9" name="Google Shape;319;p6"/>
              <p:cNvSpPr/>
              <p:nvPr/>
            </p:nvSpPr>
            <p:spPr>
              <a:xfrm>
                <a:off x="-1497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0" name="Google Shape;320;p6"/>
              <p:cNvSpPr/>
              <p:nvPr/>
            </p:nvSpPr>
            <p:spPr>
              <a:xfrm>
                <a:off x="2538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14" name="Google Shape;314;p6"/>
              <p:cNvSpPr/>
              <p:nvPr/>
            </p:nvSpPr>
            <p:spPr>
              <a:xfrm>
                <a:off x="810500" y="222169"/>
                <a:ext cx="147900" cy="1479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1" name="Google Shape;321;p6"/>
              <p:cNvSpPr/>
              <p:nvPr/>
            </p:nvSpPr>
            <p:spPr>
              <a:xfrm>
                <a:off x="64625" y="886726"/>
                <a:ext cx="147900" cy="1479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22" name="Google Shape;322;p6"/>
              <p:cNvSpPr/>
              <p:nvPr/>
            </p:nvSpPr>
            <p:spPr>
              <a:xfrm>
                <a:off x="368276" y="1058087"/>
                <a:ext cx="86700" cy="867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23" name="Google Shape;323;p6"/>
              <p:cNvCxnSpPr>
                <a:stCxn id="322" idx="4"/>
                <a:endCxn id="320" idx="0"/>
              </p:cNvCxnSpPr>
              <p:nvPr/>
            </p:nvCxnSpPr>
            <p:spPr>
              <a:xfrm flipH="1">
                <a:off x="332426" y="1144787"/>
                <a:ext cx="79200" cy="1147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4" name="Google Shape;324;p6"/>
              <p:cNvCxnSpPr>
                <a:stCxn id="321" idx="4"/>
                <a:endCxn id="320" idx="0"/>
              </p:cNvCxnSpPr>
              <p:nvPr/>
            </p:nvCxnSpPr>
            <p:spPr>
              <a:xfrm>
                <a:off x="138575" y="1034626"/>
                <a:ext cx="194100" cy="125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5" name="Google Shape;325;p6"/>
              <p:cNvCxnSpPr>
                <a:stCxn id="321" idx="5"/>
                <a:endCxn id="322" idx="1"/>
              </p:cNvCxnSpPr>
              <p:nvPr/>
            </p:nvCxnSpPr>
            <p:spPr>
              <a:xfrm>
                <a:off x="190866" y="1012967"/>
                <a:ext cx="190200" cy="57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6" name="Google Shape;326;p6"/>
              <p:cNvCxnSpPr>
                <a:stCxn id="321" idx="0"/>
                <a:endCxn id="319" idx="4"/>
              </p:cNvCxnSpPr>
              <p:nvPr/>
            </p:nvCxnSpPr>
            <p:spPr>
              <a:xfrm rot="10800000">
                <a:off x="-99625" y="-92174"/>
                <a:ext cx="238200" cy="97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7" name="Google Shape;327;p6"/>
              <p:cNvCxnSpPr>
                <a:stCxn id="321" idx="0"/>
                <a:endCxn id="313" idx="3"/>
              </p:cNvCxnSpPr>
              <p:nvPr/>
            </p:nvCxnSpPr>
            <p:spPr>
              <a:xfrm rot="10800000" flipH="1">
                <a:off x="138575" y="443626"/>
                <a:ext cx="209100" cy="443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8" name="Google Shape;328;p6"/>
              <p:cNvCxnSpPr>
                <a:stCxn id="319" idx="5"/>
                <a:endCxn id="313" idx="1"/>
              </p:cNvCxnSpPr>
              <p:nvPr/>
            </p:nvCxnSpPr>
            <p:spPr>
              <a:xfrm>
                <a:off x="-64454" y="-106767"/>
                <a:ext cx="412200" cy="4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9" name="Google Shape;329;p6"/>
              <p:cNvCxnSpPr>
                <a:stCxn id="319" idx="6"/>
                <a:endCxn id="318" idx="2"/>
              </p:cNvCxnSpPr>
              <p:nvPr/>
            </p:nvCxnSpPr>
            <p:spPr>
              <a:xfrm>
                <a:off x="-49824" y="-142087"/>
                <a:ext cx="1504800" cy="14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0" name="Google Shape;330;p6"/>
              <p:cNvCxnSpPr>
                <a:stCxn id="314" idx="1"/>
                <a:endCxn id="319" idx="5"/>
              </p:cNvCxnSpPr>
              <p:nvPr/>
            </p:nvCxnSpPr>
            <p:spPr>
              <a:xfrm rot="10800000">
                <a:off x="-64541" y="-106872"/>
                <a:ext cx="896700" cy="35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1" name="Google Shape;331;p6"/>
              <p:cNvCxnSpPr>
                <a:stCxn id="322" idx="0"/>
                <a:endCxn id="313" idx="4"/>
              </p:cNvCxnSpPr>
              <p:nvPr/>
            </p:nvCxnSpPr>
            <p:spPr>
              <a:xfrm rot="10800000">
                <a:off x="378326" y="456587"/>
                <a:ext cx="33300" cy="60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2" name="Google Shape;332;p6"/>
              <p:cNvCxnSpPr>
                <a:stCxn id="322" idx="0"/>
                <a:endCxn id="314" idx="3"/>
              </p:cNvCxnSpPr>
              <p:nvPr/>
            </p:nvCxnSpPr>
            <p:spPr>
              <a:xfrm rot="10800000" flipH="1">
                <a:off x="411626" y="348287"/>
                <a:ext cx="420600" cy="709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3" name="Google Shape;313;p6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33" name="Google Shape;333;p6"/>
            <p:cNvGrpSpPr/>
            <p:nvPr/>
          </p:nvGrpSpPr>
          <p:grpSpPr>
            <a:xfrm>
              <a:off x="7337626" y="2995575"/>
              <a:ext cx="2254049" cy="2509875"/>
              <a:chOff x="7261426" y="2919375"/>
              <a:chExt cx="2254049" cy="2509875"/>
            </a:xfrm>
          </p:grpSpPr>
          <p:sp>
            <p:nvSpPr>
              <p:cNvPr id="334" name="Google Shape;334;p6"/>
              <p:cNvSpPr/>
              <p:nvPr/>
            </p:nvSpPr>
            <p:spPr>
              <a:xfrm rot="10800000">
                <a:off x="7261426" y="4782419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5" name="Google Shape;335;p6"/>
              <p:cNvSpPr/>
              <p:nvPr/>
            </p:nvSpPr>
            <p:spPr>
              <a:xfrm rot="10800000">
                <a:off x="8680175" y="3577975"/>
                <a:ext cx="99900" cy="999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6" name="Google Shape;336;p6"/>
              <p:cNvSpPr/>
              <p:nvPr/>
            </p:nvSpPr>
            <p:spPr>
              <a:xfrm rot="10800000">
                <a:off x="8751276" y="4850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7" name="Google Shape;337;p6"/>
              <p:cNvSpPr/>
              <p:nvPr/>
            </p:nvSpPr>
            <p:spPr>
              <a:xfrm rot="10800000">
                <a:off x="7746475" y="5224950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8" name="Google Shape;338;p6"/>
              <p:cNvSpPr/>
              <p:nvPr/>
            </p:nvSpPr>
            <p:spPr>
              <a:xfrm rot="10800000">
                <a:off x="8236400" y="4653675"/>
                <a:ext cx="137400" cy="1374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39" name="Google Shape;339;p6"/>
              <p:cNvSpPr/>
              <p:nvPr/>
            </p:nvSpPr>
            <p:spPr>
              <a:xfrm rot="10800000">
                <a:off x="8814525" y="4221650"/>
                <a:ext cx="129900" cy="1302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40" name="Google Shape;340;p6"/>
              <p:cNvSpPr/>
              <p:nvPr/>
            </p:nvSpPr>
            <p:spPr>
              <a:xfrm rot="10800000">
                <a:off x="8879025" y="2919375"/>
                <a:ext cx="141600" cy="1416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41" name="Google Shape;341;p6"/>
              <p:cNvCxnSpPr>
                <a:stCxn id="340" idx="7"/>
                <a:endCxn id="335" idx="4"/>
              </p:cNvCxnSpPr>
              <p:nvPr/>
            </p:nvCxnSpPr>
            <p:spPr>
              <a:xfrm flipH="1">
                <a:off x="8730262" y="3040238"/>
                <a:ext cx="169500" cy="53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2" name="Google Shape;342;p6"/>
              <p:cNvCxnSpPr>
                <a:stCxn id="335" idx="0"/>
                <a:endCxn id="339" idx="5"/>
              </p:cNvCxnSpPr>
              <p:nvPr/>
            </p:nvCxnSpPr>
            <p:spPr>
              <a:xfrm>
                <a:off x="8730125" y="3677875"/>
                <a:ext cx="103500" cy="562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3" name="Google Shape;343;p6"/>
              <p:cNvCxnSpPr>
                <a:stCxn id="340" idx="0"/>
                <a:endCxn id="339" idx="4"/>
              </p:cNvCxnSpPr>
              <p:nvPr/>
            </p:nvCxnSpPr>
            <p:spPr>
              <a:xfrm flipH="1">
                <a:off x="8879625" y="3060975"/>
                <a:ext cx="70200" cy="116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4" name="Google Shape;344;p6"/>
              <p:cNvCxnSpPr>
                <a:stCxn id="336" idx="4"/>
                <a:endCxn id="339" idx="0"/>
              </p:cNvCxnSpPr>
              <p:nvPr/>
            </p:nvCxnSpPr>
            <p:spPr>
              <a:xfrm rot="10800000" flipH="1">
                <a:off x="8830026" y="4351769"/>
                <a:ext cx="49500" cy="49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5" name="Google Shape;345;p6"/>
              <p:cNvCxnSpPr>
                <a:stCxn id="338" idx="2"/>
                <a:endCxn id="336" idx="6"/>
              </p:cNvCxnSpPr>
              <p:nvPr/>
            </p:nvCxnSpPr>
            <p:spPr>
              <a:xfrm>
                <a:off x="8373800" y="4722375"/>
                <a:ext cx="377400" cy="20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6" name="Google Shape;346;p6"/>
              <p:cNvCxnSpPr>
                <a:stCxn id="337" idx="2"/>
                <a:endCxn id="336" idx="6"/>
              </p:cNvCxnSpPr>
              <p:nvPr/>
            </p:nvCxnSpPr>
            <p:spPr>
              <a:xfrm rot="10800000" flipH="1">
                <a:off x="7833175" y="4929600"/>
                <a:ext cx="918000" cy="338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7" name="Google Shape;347;p6"/>
              <p:cNvCxnSpPr>
                <a:stCxn id="334" idx="1"/>
                <a:endCxn id="337" idx="5"/>
              </p:cNvCxnSpPr>
              <p:nvPr/>
            </p:nvCxnSpPr>
            <p:spPr>
              <a:xfrm>
                <a:off x="7395861" y="4916854"/>
                <a:ext cx="363300" cy="32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8" name="Google Shape;348;p6"/>
              <p:cNvCxnSpPr>
                <a:stCxn id="334" idx="2"/>
                <a:endCxn id="338" idx="6"/>
              </p:cNvCxnSpPr>
              <p:nvPr/>
            </p:nvCxnSpPr>
            <p:spPr>
              <a:xfrm rot="10800000" flipH="1">
                <a:off x="7418926" y="4722269"/>
                <a:ext cx="817500" cy="13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9" name="Google Shape;349;p6"/>
              <p:cNvCxnSpPr>
                <a:stCxn id="337" idx="3"/>
                <a:endCxn id="338" idx="7"/>
              </p:cNvCxnSpPr>
              <p:nvPr/>
            </p:nvCxnSpPr>
            <p:spPr>
              <a:xfrm rot="10800000" flipH="1">
                <a:off x="7820478" y="4770847"/>
                <a:ext cx="435900" cy="46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6"/>
              <p:cNvCxnSpPr>
                <a:stCxn id="338" idx="3"/>
                <a:endCxn id="335" idx="7"/>
              </p:cNvCxnSpPr>
              <p:nvPr/>
            </p:nvCxnSpPr>
            <p:spPr>
              <a:xfrm rot="10800000" flipH="1">
                <a:off x="8353678" y="3663097"/>
                <a:ext cx="341100" cy="101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1" name="Google Shape;351;p6"/>
              <p:cNvSpPr/>
              <p:nvPr/>
            </p:nvSpPr>
            <p:spPr>
              <a:xfrm rot="10800000">
                <a:off x="9220200" y="3517875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2" name="Google Shape;352;p6"/>
              <p:cNvCxnSpPr>
                <a:endCxn id="351" idx="5"/>
              </p:cNvCxnSpPr>
              <p:nvPr/>
            </p:nvCxnSpPr>
            <p:spPr>
              <a:xfrm>
                <a:off x="9001130" y="3057605"/>
                <a:ext cx="233700" cy="474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6"/>
              <p:cNvCxnSpPr>
                <a:stCxn id="339" idx="3"/>
                <a:endCxn id="351" idx="7"/>
              </p:cNvCxnSpPr>
              <p:nvPr/>
            </p:nvCxnSpPr>
            <p:spPr>
              <a:xfrm rot="10800000" flipH="1">
                <a:off x="8925402" y="3603217"/>
                <a:ext cx="309300" cy="637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54" name="Google Shape;354;p6"/>
              <p:cNvSpPr/>
              <p:nvPr/>
            </p:nvSpPr>
            <p:spPr>
              <a:xfrm rot="10800000">
                <a:off x="9334875" y="5218350"/>
                <a:ext cx="180600" cy="210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355" name="Google Shape;355;p6"/>
              <p:cNvCxnSpPr>
                <a:stCxn id="339" idx="1"/>
                <a:endCxn id="354" idx="5"/>
              </p:cNvCxnSpPr>
              <p:nvPr/>
            </p:nvCxnSpPr>
            <p:spPr>
              <a:xfrm>
                <a:off x="8925402" y="4332783"/>
                <a:ext cx="435900" cy="91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6"/>
              <p:cNvCxnSpPr>
                <a:stCxn id="351" idx="0"/>
                <a:endCxn id="354" idx="4"/>
              </p:cNvCxnSpPr>
              <p:nvPr/>
            </p:nvCxnSpPr>
            <p:spPr>
              <a:xfrm>
                <a:off x="9270150" y="3617775"/>
                <a:ext cx="155100" cy="1600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6"/>
              <p:cNvCxnSpPr>
                <a:stCxn id="336" idx="2"/>
                <a:endCxn id="354" idx="6"/>
              </p:cNvCxnSpPr>
              <p:nvPr/>
            </p:nvCxnSpPr>
            <p:spPr>
              <a:xfrm>
                <a:off x="8908776" y="4929719"/>
                <a:ext cx="426000" cy="394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6"/>
              <p:cNvCxnSpPr>
                <a:stCxn id="337" idx="2"/>
                <a:endCxn id="354" idx="6"/>
              </p:cNvCxnSpPr>
              <p:nvPr/>
            </p:nvCxnSpPr>
            <p:spPr>
              <a:xfrm>
                <a:off x="7833175" y="5268300"/>
                <a:ext cx="1501800" cy="5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6"/>
              <p:cNvCxnSpPr>
                <a:stCxn id="334" idx="2"/>
                <a:endCxn id="336" idx="6"/>
              </p:cNvCxnSpPr>
              <p:nvPr/>
            </p:nvCxnSpPr>
            <p:spPr>
              <a:xfrm>
                <a:off x="7418926" y="4861169"/>
                <a:ext cx="1332300" cy="68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6"/>
          <p:cNvGrpSpPr/>
          <p:nvPr/>
        </p:nvGrpSpPr>
        <p:grpSpPr>
          <a:xfrm>
            <a:off x="194975" y="681525"/>
            <a:ext cx="8770525" cy="4318100"/>
            <a:chOff x="194975" y="681525"/>
            <a:chExt cx="8770525" cy="4318100"/>
          </a:xfrm>
        </p:grpSpPr>
        <p:grpSp>
          <p:nvGrpSpPr>
            <p:cNvPr id="361" name="Google Shape;361;p6"/>
            <p:cNvGrpSpPr/>
            <p:nvPr/>
          </p:nvGrpSpPr>
          <p:grpSpPr>
            <a:xfrm>
              <a:off x="194975" y="4436050"/>
              <a:ext cx="462250" cy="563575"/>
              <a:chOff x="140150" y="4340075"/>
              <a:chExt cx="462250" cy="563575"/>
            </a:xfrm>
          </p:grpSpPr>
          <p:sp>
            <p:nvSpPr>
              <p:cNvPr id="362" name="Google Shape;362;p6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3" name="Google Shape;363;p6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4" name="Google Shape;364;p6"/>
              <p:cNvSpPr/>
              <p:nvPr/>
            </p:nvSpPr>
            <p:spPr>
              <a:xfrm rot="10800000">
                <a:off x="495000" y="4796250"/>
                <a:ext cx="107400" cy="107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5" name="Google Shape;365;p6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366" name="Google Shape;366;p6"/>
            <p:cNvGrpSpPr/>
            <p:nvPr/>
          </p:nvGrpSpPr>
          <p:grpSpPr>
            <a:xfrm>
              <a:off x="8667225" y="681525"/>
              <a:ext cx="298275" cy="322675"/>
              <a:chOff x="8667225" y="681525"/>
              <a:chExt cx="298275" cy="322675"/>
            </a:xfrm>
          </p:grpSpPr>
          <p:sp>
            <p:nvSpPr>
              <p:cNvPr id="367" name="Google Shape;367;p6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8" name="Google Shape;368;p6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369" name="Google Shape;369;p6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"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02" name="Google Shape;702;p14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703" name="Google Shape;703;p14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704" name="Google Shape;704;p14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5" name="Google Shape;705;p14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6" name="Google Shape;706;p14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707" name="Google Shape;707;p14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708" name="Google Shape;708;p14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09" name="Google Shape;709;p14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0" name="Google Shape;710;p14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1" name="Google Shape;711;p14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712" name="Google Shape;712;p14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713" name="Google Shape;713;p14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714" name="Google Shape;714;p14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5" name="Google Shape;715;p14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6" name="Google Shape;716;p14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7" name="Google Shape;717;p14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8" name="Google Shape;718;p14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19" name="Google Shape;719;p14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0" name="Google Shape;720;p14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21" name="Google Shape;721;p14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22" name="Google Shape;722;p14"/>
              <p:cNvCxnSpPr>
                <a:stCxn id="718" idx="5"/>
                <a:endCxn id="717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3" name="Google Shape;723;p14"/>
              <p:cNvCxnSpPr>
                <a:stCxn id="719" idx="4"/>
                <a:endCxn id="717" idx="6"/>
              </p:cNvCxnSpPr>
              <p:nvPr/>
            </p:nvCxnSpPr>
            <p:spPr>
              <a:xfrm rot="10800000" flipH="1">
                <a:off x="7230777" y="-94742"/>
                <a:ext cx="785100" cy="29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4" name="Google Shape;724;p14"/>
              <p:cNvCxnSpPr>
                <a:stCxn id="714" idx="0"/>
                <a:endCxn id="718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5" name="Google Shape;725;p14"/>
              <p:cNvCxnSpPr>
                <a:stCxn id="718" idx="6"/>
                <a:endCxn id="719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6" name="Google Shape;726;p14"/>
              <p:cNvCxnSpPr>
                <a:stCxn id="719" idx="6"/>
                <a:endCxn id="715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7" name="Google Shape;727;p14"/>
              <p:cNvCxnSpPr>
                <a:stCxn id="717" idx="6"/>
                <a:endCxn id="715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8" name="Google Shape;728;p14"/>
              <p:cNvCxnSpPr>
                <a:stCxn id="714" idx="6"/>
                <a:endCxn id="720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9" name="Google Shape;729;p14"/>
              <p:cNvCxnSpPr>
                <a:stCxn id="714" idx="7"/>
                <a:endCxn id="717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0" name="Google Shape;730;p14"/>
              <p:cNvCxnSpPr>
                <a:stCxn id="720" idx="7"/>
                <a:endCxn id="716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1" name="Google Shape;731;p14"/>
              <p:cNvCxnSpPr>
                <a:stCxn id="716" idx="0"/>
                <a:endCxn id="717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2" name="Google Shape;732;p14"/>
              <p:cNvCxnSpPr>
                <a:stCxn id="721" idx="2"/>
                <a:endCxn id="715" idx="6"/>
              </p:cNvCxnSpPr>
              <p:nvPr/>
            </p:nvCxnSpPr>
            <p:spPr>
              <a:xfrm rot="10800000" flipH="1">
                <a:off x="5481836" y="13694"/>
                <a:ext cx="847800" cy="30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3" name="Google Shape;733;p14"/>
              <p:cNvCxnSpPr>
                <a:stCxn id="719" idx="7"/>
                <a:endCxn id="721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34" name="Google Shape;734;p14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35" name="Google Shape;735;p14"/>
              <p:cNvCxnSpPr>
                <a:stCxn id="721" idx="3"/>
                <a:endCxn id="734" idx="6"/>
              </p:cNvCxnSpPr>
              <p:nvPr/>
            </p:nvCxnSpPr>
            <p:spPr>
              <a:xfrm rot="10800000" flipH="1">
                <a:off x="5449161" y="-598892"/>
                <a:ext cx="833100" cy="88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6" name="Google Shape;736;p14"/>
              <p:cNvCxnSpPr>
                <a:stCxn id="734" idx="2"/>
                <a:endCxn id="716" idx="6"/>
              </p:cNvCxnSpPr>
              <p:nvPr/>
            </p:nvCxnSpPr>
            <p:spPr>
              <a:xfrm rot="10800000" flipH="1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7" name="Google Shape;737;p14"/>
              <p:cNvCxnSpPr>
                <a:stCxn id="734" idx="0"/>
                <a:endCxn id="715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8" name="Google Shape;738;p14"/>
              <p:cNvCxnSpPr>
                <a:stCxn id="734" idx="1"/>
                <a:endCxn id="717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39" name="Google Shape;739;p14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40" name="Google Shape;740;p14"/>
              <p:cNvCxnSpPr>
                <a:stCxn id="716" idx="2"/>
                <a:endCxn id="739" idx="7"/>
              </p:cNvCxnSpPr>
              <p:nvPr/>
            </p:nvCxnSpPr>
            <p:spPr>
              <a:xfrm rot="10800000" flipH="1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1" name="Google Shape;741;p14"/>
              <p:cNvCxnSpPr>
                <a:stCxn id="739" idx="3"/>
                <a:endCxn id="714" idx="7"/>
              </p:cNvCxnSpPr>
              <p:nvPr/>
            </p:nvCxnSpPr>
            <p:spPr>
              <a:xfrm rot="10800000" flipH="1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2" name="Google Shape;742;p14"/>
              <p:cNvCxnSpPr>
                <a:stCxn id="717" idx="4"/>
                <a:endCxn id="739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43" name="Google Shape;743;p14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44" name="Google Shape;744;p14"/>
              <p:cNvCxnSpPr>
                <a:stCxn id="717" idx="0"/>
                <a:endCxn id="743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5" name="Google Shape;745;p14"/>
              <p:cNvCxnSpPr>
                <a:stCxn id="718" idx="7"/>
                <a:endCxn id="743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746" name="Google Shape;746;p14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747" name="Google Shape;747;p14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8" name="Google Shape;748;p14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49" name="Google Shape;749;p14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0" name="Google Shape;750;p14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1" name="Google Shape;751;p14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2" name="Google Shape;752;p14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3" name="Google Shape;753;p14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754" name="Google Shape;754;p14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55" name="Google Shape;755;p14"/>
              <p:cNvCxnSpPr>
                <a:stCxn id="752" idx="4"/>
                <a:endCxn id="750" idx="0"/>
              </p:cNvCxnSpPr>
              <p:nvPr/>
            </p:nvCxnSpPr>
            <p:spPr>
              <a:xfrm rot="10800000" flipH="1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6" name="Google Shape;756;p14"/>
              <p:cNvCxnSpPr>
                <a:stCxn id="747" idx="7"/>
                <a:endCxn id="751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7" name="Google Shape;757;p14"/>
              <p:cNvCxnSpPr>
                <a:stCxn id="751" idx="7"/>
                <a:endCxn id="752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8" name="Google Shape;758;p14"/>
              <p:cNvCxnSpPr>
                <a:stCxn id="752" idx="6"/>
                <a:endCxn id="748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9" name="Google Shape;759;p14"/>
              <p:cNvCxnSpPr>
                <a:stCxn id="750" idx="7"/>
                <a:endCxn id="748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0" name="Google Shape;760;p14"/>
              <p:cNvCxnSpPr>
                <a:stCxn id="747" idx="6"/>
                <a:endCxn id="753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1" name="Google Shape;761;p14"/>
              <p:cNvCxnSpPr>
                <a:stCxn id="753" idx="0"/>
                <a:endCxn id="750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2" name="Google Shape;762;p14"/>
              <p:cNvCxnSpPr>
                <a:stCxn id="753" idx="5"/>
                <a:endCxn id="749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3" name="Google Shape;763;p14"/>
              <p:cNvCxnSpPr>
                <a:stCxn id="749" idx="0"/>
                <a:endCxn id="750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4" name="Google Shape;764;p14"/>
              <p:cNvCxnSpPr>
                <a:stCxn id="749" idx="7"/>
                <a:endCxn id="754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5" name="Google Shape;765;p14"/>
              <p:cNvCxnSpPr>
                <a:stCxn id="750" idx="6"/>
                <a:endCxn id="754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6" name="Google Shape;766;p14"/>
              <p:cNvCxnSpPr>
                <a:stCxn id="754" idx="0"/>
                <a:endCxn id="748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7" name="Google Shape;767;p14"/>
              <p:cNvCxnSpPr>
                <a:stCxn id="752" idx="5"/>
                <a:endCxn id="754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8" name="Google Shape;768;p14"/>
              <p:cNvCxnSpPr>
                <a:stCxn id="751" idx="6"/>
                <a:endCxn id="754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9" name="Google Shape;769;p14"/>
              <p:cNvCxnSpPr>
                <a:stCxn id="751" idx="5"/>
                <a:endCxn id="753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0" name="Google Shape;770;p14"/>
              <p:cNvCxnSpPr>
                <a:stCxn id="748" idx="4"/>
                <a:endCxn id="749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1" name="Google Shape;771;p14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72" name="Google Shape;772;p14"/>
              <p:cNvCxnSpPr>
                <a:stCxn id="754" idx="4"/>
                <a:endCxn id="771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3" name="Google Shape;773;p14"/>
              <p:cNvCxnSpPr>
                <a:stCxn id="771" idx="1"/>
                <a:endCxn id="749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74" name="Google Shape;774;p14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775" name="Google Shape;775;p14"/>
              <p:cNvCxnSpPr>
                <a:stCxn id="771" idx="2"/>
                <a:endCxn id="774" idx="5"/>
              </p:cNvCxnSpPr>
              <p:nvPr/>
            </p:nvCxnSpPr>
            <p:spPr>
              <a:xfrm rot="10800000" flipH="1">
                <a:off x="864609" y="4593367"/>
                <a:ext cx="922200" cy="31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6" name="Google Shape;776;p14"/>
              <p:cNvCxnSpPr>
                <a:stCxn id="774" idx="1"/>
                <a:endCxn id="753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77" name="Google Shape;777;p14"/>
              <p:cNvCxnSpPr>
                <a:stCxn id="774" idx="7"/>
                <a:endCxn id="749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73" name="Google Shape;1073;p19"/>
          <p:cNvSpPr txBox="1">
            <a:spLocks noGrp="1"/>
          </p:cNvSpPr>
          <p:nvPr>
            <p:ph type="subTitle" idx="1"/>
          </p:nvPr>
        </p:nvSpPr>
        <p:spPr>
          <a:xfrm>
            <a:off x="1574375" y="2056793"/>
            <a:ext cx="288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4" name="Google Shape;1074;p19"/>
          <p:cNvSpPr txBox="1">
            <a:spLocks noGrp="1"/>
          </p:cNvSpPr>
          <p:nvPr>
            <p:ph type="subTitle" idx="2"/>
          </p:nvPr>
        </p:nvSpPr>
        <p:spPr>
          <a:xfrm>
            <a:off x="5500976" y="2056793"/>
            <a:ext cx="288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5" name="Google Shape;1075;p19"/>
          <p:cNvSpPr txBox="1">
            <a:spLocks noGrp="1"/>
          </p:cNvSpPr>
          <p:nvPr>
            <p:ph type="subTitle" idx="3"/>
          </p:nvPr>
        </p:nvSpPr>
        <p:spPr>
          <a:xfrm>
            <a:off x="1574375" y="3713775"/>
            <a:ext cx="288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6" name="Google Shape;1076;p19"/>
          <p:cNvSpPr txBox="1">
            <a:spLocks noGrp="1"/>
          </p:cNvSpPr>
          <p:nvPr>
            <p:ph type="subTitle" idx="4"/>
          </p:nvPr>
        </p:nvSpPr>
        <p:spPr>
          <a:xfrm>
            <a:off x="5500976" y="3713775"/>
            <a:ext cx="288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7" name="Google Shape;1077;p19"/>
          <p:cNvSpPr txBox="1">
            <a:spLocks noGrp="1"/>
          </p:cNvSpPr>
          <p:nvPr>
            <p:ph type="title" idx="5" hasCustomPrompt="1"/>
          </p:nvPr>
        </p:nvSpPr>
        <p:spPr>
          <a:xfrm>
            <a:off x="758225" y="1277225"/>
            <a:ext cx="816600" cy="78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8" name="Google Shape;1078;p19"/>
          <p:cNvSpPr txBox="1">
            <a:spLocks noGrp="1"/>
          </p:cNvSpPr>
          <p:nvPr>
            <p:ph type="title" idx="6" hasCustomPrompt="1"/>
          </p:nvPr>
        </p:nvSpPr>
        <p:spPr>
          <a:xfrm>
            <a:off x="758225" y="2933700"/>
            <a:ext cx="816600" cy="78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9" name="Google Shape;1079;p19"/>
          <p:cNvSpPr txBox="1">
            <a:spLocks noGrp="1"/>
          </p:cNvSpPr>
          <p:nvPr>
            <p:ph type="title" idx="7" hasCustomPrompt="1"/>
          </p:nvPr>
        </p:nvSpPr>
        <p:spPr>
          <a:xfrm>
            <a:off x="4685025" y="1277225"/>
            <a:ext cx="816600" cy="78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0" name="Google Shape;1080;p19"/>
          <p:cNvSpPr txBox="1">
            <a:spLocks noGrp="1"/>
          </p:cNvSpPr>
          <p:nvPr>
            <p:ph type="title" idx="8" hasCustomPrompt="1"/>
          </p:nvPr>
        </p:nvSpPr>
        <p:spPr>
          <a:xfrm>
            <a:off x="4685025" y="2933700"/>
            <a:ext cx="816600" cy="78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81" name="Google Shape;1081;p19"/>
          <p:cNvSpPr txBox="1">
            <a:spLocks noGrp="1"/>
          </p:cNvSpPr>
          <p:nvPr>
            <p:ph type="subTitle" idx="9"/>
          </p:nvPr>
        </p:nvSpPr>
        <p:spPr>
          <a:xfrm>
            <a:off x="1574375" y="1277225"/>
            <a:ext cx="2884800" cy="9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82" name="Google Shape;1082;p19"/>
          <p:cNvSpPr txBox="1">
            <a:spLocks noGrp="1"/>
          </p:cNvSpPr>
          <p:nvPr>
            <p:ph type="subTitle" idx="13"/>
          </p:nvPr>
        </p:nvSpPr>
        <p:spPr>
          <a:xfrm>
            <a:off x="5500975" y="1277225"/>
            <a:ext cx="2884800" cy="9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83" name="Google Shape;1083;p19"/>
          <p:cNvSpPr txBox="1">
            <a:spLocks noGrp="1"/>
          </p:cNvSpPr>
          <p:nvPr>
            <p:ph type="subTitle" idx="14"/>
          </p:nvPr>
        </p:nvSpPr>
        <p:spPr>
          <a:xfrm>
            <a:off x="1574375" y="2933701"/>
            <a:ext cx="2884800" cy="9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084" name="Google Shape;1084;p19"/>
          <p:cNvSpPr txBox="1">
            <a:spLocks noGrp="1"/>
          </p:cNvSpPr>
          <p:nvPr>
            <p:ph type="subTitle" idx="15"/>
          </p:nvPr>
        </p:nvSpPr>
        <p:spPr>
          <a:xfrm>
            <a:off x="5500975" y="2933701"/>
            <a:ext cx="2884800" cy="9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grpSp>
        <p:nvGrpSpPr>
          <p:cNvPr id="1085" name="Google Shape;1085;p19"/>
          <p:cNvGrpSpPr/>
          <p:nvPr/>
        </p:nvGrpSpPr>
        <p:grpSpPr>
          <a:xfrm>
            <a:off x="119288" y="163238"/>
            <a:ext cx="8837200" cy="4388712"/>
            <a:chOff x="119288" y="163238"/>
            <a:chExt cx="8837200" cy="4388712"/>
          </a:xfrm>
        </p:grpSpPr>
        <p:grpSp>
          <p:nvGrpSpPr>
            <p:cNvPr id="1086" name="Google Shape;1086;p19"/>
            <p:cNvGrpSpPr/>
            <p:nvPr/>
          </p:nvGrpSpPr>
          <p:grpSpPr>
            <a:xfrm rot="10800000" flipH="1">
              <a:off x="8658213" y="4229275"/>
              <a:ext cx="298275" cy="322675"/>
              <a:chOff x="8667225" y="681525"/>
              <a:chExt cx="298275" cy="322675"/>
            </a:xfrm>
          </p:grpSpPr>
          <p:sp>
            <p:nvSpPr>
              <p:cNvPr id="1087" name="Google Shape;1087;p19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8" name="Google Shape;1088;p19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89" name="Google Shape;1089;p19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090" name="Google Shape;1090;p19"/>
            <p:cNvGrpSpPr/>
            <p:nvPr/>
          </p:nvGrpSpPr>
          <p:grpSpPr>
            <a:xfrm rot="10800000" flipH="1">
              <a:off x="119288" y="163238"/>
              <a:ext cx="406275" cy="563575"/>
              <a:chOff x="140150" y="4340075"/>
              <a:chExt cx="406275" cy="563575"/>
            </a:xfrm>
          </p:grpSpPr>
          <p:sp>
            <p:nvSpPr>
              <p:cNvPr id="1091" name="Google Shape;1091;p19"/>
              <p:cNvSpPr/>
              <p:nvPr/>
            </p:nvSpPr>
            <p:spPr>
              <a:xfrm rot="10800000">
                <a:off x="140150" y="43400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2" name="Google Shape;1092;p19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3" name="Google Shape;1093;p19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4" name="Google Shape;1094;p19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095" name="Google Shape;1095;p19"/>
          <p:cNvGrpSpPr/>
          <p:nvPr/>
        </p:nvGrpSpPr>
        <p:grpSpPr>
          <a:xfrm>
            <a:off x="-977947" y="-671217"/>
            <a:ext cx="10532835" cy="7946710"/>
            <a:chOff x="-977947" y="-671217"/>
            <a:chExt cx="10532835" cy="7946710"/>
          </a:xfrm>
        </p:grpSpPr>
        <p:grpSp>
          <p:nvGrpSpPr>
            <p:cNvPr id="1096" name="Google Shape;1096;p19"/>
            <p:cNvGrpSpPr/>
            <p:nvPr/>
          </p:nvGrpSpPr>
          <p:grpSpPr>
            <a:xfrm flipH="1">
              <a:off x="6491263" y="-671217"/>
              <a:ext cx="3063625" cy="3321711"/>
              <a:chOff x="-460575" y="-671217"/>
              <a:chExt cx="3063625" cy="3321711"/>
            </a:xfrm>
          </p:grpSpPr>
          <p:cxnSp>
            <p:nvCxnSpPr>
              <p:cNvPr id="1097" name="Google Shape;1097;p19"/>
              <p:cNvCxnSpPr>
                <a:stCxn id="1098" idx="6"/>
                <a:endCxn id="1099" idx="2"/>
              </p:cNvCxnSpPr>
              <p:nvPr/>
            </p:nvCxnSpPr>
            <p:spPr>
              <a:xfrm rot="10800000" flipH="1">
                <a:off x="421801" y="-63292"/>
                <a:ext cx="2023800" cy="476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99" name="Google Shape;1099;p19"/>
              <p:cNvSpPr/>
              <p:nvPr/>
            </p:nvSpPr>
            <p:spPr>
              <a:xfrm>
                <a:off x="2445550" y="-142081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0" name="Google Shape;1100;p19"/>
              <p:cNvSpPr/>
              <p:nvPr/>
            </p:nvSpPr>
            <p:spPr>
              <a:xfrm>
                <a:off x="61646" y="-671217"/>
                <a:ext cx="1575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1" name="Google Shape;1101;p19"/>
              <p:cNvSpPr/>
              <p:nvPr/>
            </p:nvSpPr>
            <p:spPr>
              <a:xfrm>
                <a:off x="90425" y="2492994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2" name="Google Shape;1102;p19"/>
              <p:cNvSpPr/>
              <p:nvPr/>
            </p:nvSpPr>
            <p:spPr>
              <a:xfrm>
                <a:off x="125826" y="88673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03" name="Google Shape;1103;p19"/>
              <p:cNvSpPr/>
              <p:nvPr/>
            </p:nvSpPr>
            <p:spPr>
              <a:xfrm>
                <a:off x="382949" y="1317288"/>
                <a:ext cx="143400" cy="1575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04" name="Google Shape;1104;p19"/>
              <p:cNvCxnSpPr>
                <a:stCxn id="1103" idx="4"/>
                <a:endCxn id="1101" idx="0"/>
              </p:cNvCxnSpPr>
              <p:nvPr/>
            </p:nvCxnSpPr>
            <p:spPr>
              <a:xfrm flipH="1">
                <a:off x="169049" y="1474788"/>
                <a:ext cx="285600" cy="101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5" name="Google Shape;1105;p19"/>
              <p:cNvCxnSpPr>
                <a:stCxn id="1102" idx="4"/>
                <a:endCxn id="1101" idx="0"/>
              </p:cNvCxnSpPr>
              <p:nvPr/>
            </p:nvCxnSpPr>
            <p:spPr>
              <a:xfrm>
                <a:off x="169176" y="973437"/>
                <a:ext cx="0" cy="151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6" name="Google Shape;1106;p19"/>
              <p:cNvCxnSpPr>
                <a:stCxn id="1102" idx="5"/>
                <a:endCxn id="1103" idx="1"/>
              </p:cNvCxnSpPr>
              <p:nvPr/>
            </p:nvCxnSpPr>
            <p:spPr>
              <a:xfrm>
                <a:off x="199829" y="960741"/>
                <a:ext cx="204000" cy="379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7" name="Google Shape;1107;p19"/>
              <p:cNvCxnSpPr>
                <a:stCxn id="1102" idx="0"/>
                <a:endCxn id="1100" idx="4"/>
              </p:cNvCxnSpPr>
              <p:nvPr/>
            </p:nvCxnSpPr>
            <p:spPr>
              <a:xfrm rot="10800000">
                <a:off x="140376" y="-513663"/>
                <a:ext cx="28800" cy="140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8" name="Google Shape;1108;p19"/>
              <p:cNvCxnSpPr>
                <a:stCxn id="1102" idx="7"/>
                <a:endCxn id="1098" idx="3"/>
              </p:cNvCxnSpPr>
              <p:nvPr/>
            </p:nvCxnSpPr>
            <p:spPr>
              <a:xfrm rot="10800000" flipH="1">
                <a:off x="199829" y="443734"/>
                <a:ext cx="147900" cy="45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9" name="Google Shape;1109;p19"/>
              <p:cNvCxnSpPr>
                <a:stCxn id="1100" idx="5"/>
                <a:endCxn id="1098" idx="0"/>
              </p:cNvCxnSpPr>
              <p:nvPr/>
            </p:nvCxnSpPr>
            <p:spPr>
              <a:xfrm>
                <a:off x="196080" y="-536782"/>
                <a:ext cx="182400" cy="906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0" name="Google Shape;1110;p19"/>
              <p:cNvCxnSpPr>
                <a:stCxn id="1100" idx="6"/>
                <a:endCxn id="1099" idx="2"/>
              </p:cNvCxnSpPr>
              <p:nvPr/>
            </p:nvCxnSpPr>
            <p:spPr>
              <a:xfrm>
                <a:off x="219146" y="-592467"/>
                <a:ext cx="2226300" cy="529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1" name="Google Shape;1111;p19"/>
              <p:cNvCxnSpPr>
                <a:stCxn id="1112" idx="1"/>
                <a:endCxn id="1100" idx="5"/>
              </p:cNvCxnSpPr>
              <p:nvPr/>
            </p:nvCxnSpPr>
            <p:spPr>
              <a:xfrm rot="10800000">
                <a:off x="195958" y="-536780"/>
                <a:ext cx="600600" cy="72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3" name="Google Shape;1113;p19"/>
              <p:cNvCxnSpPr>
                <a:stCxn id="1103" idx="0"/>
                <a:endCxn id="1098" idx="4"/>
              </p:cNvCxnSpPr>
              <p:nvPr/>
            </p:nvCxnSpPr>
            <p:spPr>
              <a:xfrm rot="10800000">
                <a:off x="378449" y="456588"/>
                <a:ext cx="76200" cy="86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4" name="Google Shape;1114;p19"/>
              <p:cNvCxnSpPr>
                <a:stCxn id="1103" idx="0"/>
                <a:endCxn id="1112" idx="3"/>
              </p:cNvCxnSpPr>
              <p:nvPr/>
            </p:nvCxnSpPr>
            <p:spPr>
              <a:xfrm rot="10800000" flipH="1">
                <a:off x="454649" y="268188"/>
                <a:ext cx="342000" cy="104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15" name="Google Shape;1115;p19"/>
              <p:cNvSpPr/>
              <p:nvPr/>
            </p:nvSpPr>
            <p:spPr>
              <a:xfrm>
                <a:off x="987225" y="-92131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16" name="Google Shape;1116;p19"/>
              <p:cNvCxnSpPr>
                <a:stCxn id="1100" idx="5"/>
                <a:endCxn id="1115" idx="1"/>
              </p:cNvCxnSpPr>
              <p:nvPr/>
            </p:nvCxnSpPr>
            <p:spPr>
              <a:xfrm>
                <a:off x="196080" y="-536782"/>
                <a:ext cx="814200" cy="467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7" name="Google Shape;1117;p19"/>
              <p:cNvCxnSpPr>
                <a:stCxn id="1112" idx="7"/>
                <a:endCxn id="1115" idx="3"/>
              </p:cNvCxnSpPr>
              <p:nvPr/>
            </p:nvCxnSpPr>
            <p:spPr>
              <a:xfrm rot="10800000" flipH="1">
                <a:off x="877592" y="42220"/>
                <a:ext cx="132600" cy="144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8" name="Google Shape;1118;p19"/>
              <p:cNvCxnSpPr>
                <a:stCxn id="1115" idx="6"/>
                <a:endCxn id="1099" idx="2"/>
              </p:cNvCxnSpPr>
              <p:nvPr/>
            </p:nvCxnSpPr>
            <p:spPr>
              <a:xfrm rot="10800000" flipH="1">
                <a:off x="1144725" y="-63481"/>
                <a:ext cx="1300800" cy="50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19" name="Google Shape;1119;p19"/>
              <p:cNvSpPr/>
              <p:nvPr/>
            </p:nvSpPr>
            <p:spPr>
              <a:xfrm>
                <a:off x="-460575" y="540519"/>
                <a:ext cx="157500" cy="157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20" name="Google Shape;1120;p19"/>
              <p:cNvCxnSpPr>
                <a:stCxn id="1119" idx="0"/>
                <a:endCxn id="1100" idx="3"/>
              </p:cNvCxnSpPr>
              <p:nvPr/>
            </p:nvCxnSpPr>
            <p:spPr>
              <a:xfrm rot="10800000" flipH="1">
                <a:off x="-381825" y="-536781"/>
                <a:ext cx="466500" cy="1077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1" name="Google Shape;1121;p19"/>
              <p:cNvCxnSpPr>
                <a:stCxn id="1119" idx="6"/>
                <a:endCxn id="1098" idx="3"/>
              </p:cNvCxnSpPr>
              <p:nvPr/>
            </p:nvCxnSpPr>
            <p:spPr>
              <a:xfrm rot="10800000" flipH="1">
                <a:off x="-303075" y="443769"/>
                <a:ext cx="651000" cy="175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2" name="Google Shape;1122;p19"/>
              <p:cNvCxnSpPr>
                <a:stCxn id="1119" idx="5"/>
                <a:endCxn id="1102" idx="1"/>
              </p:cNvCxnSpPr>
              <p:nvPr/>
            </p:nvCxnSpPr>
            <p:spPr>
              <a:xfrm>
                <a:off x="-326140" y="674953"/>
                <a:ext cx="464700" cy="224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3" name="Google Shape;1123;p19"/>
              <p:cNvCxnSpPr>
                <a:stCxn id="1119" idx="5"/>
                <a:endCxn id="1101" idx="1"/>
              </p:cNvCxnSpPr>
              <p:nvPr/>
            </p:nvCxnSpPr>
            <p:spPr>
              <a:xfrm>
                <a:off x="-326140" y="674953"/>
                <a:ext cx="439500" cy="184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12" name="Google Shape;1112;p19"/>
              <p:cNvSpPr/>
              <p:nvPr/>
            </p:nvSpPr>
            <p:spPr>
              <a:xfrm>
                <a:off x="779775" y="170338"/>
                <a:ext cx="114600" cy="11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098" name="Google Shape;1098;p19"/>
              <p:cNvSpPr/>
              <p:nvPr/>
            </p:nvSpPr>
            <p:spPr>
              <a:xfrm>
                <a:off x="335101" y="369758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124" name="Google Shape;1124;p19"/>
            <p:cNvGrpSpPr/>
            <p:nvPr/>
          </p:nvGrpSpPr>
          <p:grpSpPr>
            <a:xfrm rot="339523">
              <a:off x="-863991" y="4569268"/>
              <a:ext cx="4061023" cy="2512132"/>
              <a:chOff x="720013" y="4616655"/>
              <a:chExt cx="4061133" cy="2512200"/>
            </a:xfrm>
          </p:grpSpPr>
          <p:sp>
            <p:nvSpPr>
              <p:cNvPr id="1125" name="Google Shape;1125;p19"/>
              <p:cNvSpPr/>
              <p:nvPr/>
            </p:nvSpPr>
            <p:spPr>
              <a:xfrm rot="-9417549">
                <a:off x="4549660" y="470131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6" name="Google Shape;1126;p19"/>
              <p:cNvSpPr/>
              <p:nvPr/>
            </p:nvSpPr>
            <p:spPr>
              <a:xfrm rot="-9417549">
                <a:off x="1761182" y="4936441"/>
                <a:ext cx="128773" cy="128773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7" name="Google Shape;1127;p19"/>
              <p:cNvSpPr/>
              <p:nvPr/>
            </p:nvSpPr>
            <p:spPr>
              <a:xfrm rot="-9421326">
                <a:off x="3012797" y="4851722"/>
                <a:ext cx="265897" cy="26589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8" name="Google Shape;1128;p19"/>
              <p:cNvSpPr/>
              <p:nvPr/>
            </p:nvSpPr>
            <p:spPr>
              <a:xfrm rot="-9414352">
                <a:off x="2945862" y="6000076"/>
                <a:ext cx="86426" cy="86426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29" name="Google Shape;1129;p19"/>
              <p:cNvSpPr/>
              <p:nvPr/>
            </p:nvSpPr>
            <p:spPr>
              <a:xfrm rot="-9422930">
                <a:off x="3430718" y="6873877"/>
                <a:ext cx="63855" cy="6385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0" name="Google Shape;1130;p19"/>
              <p:cNvSpPr/>
              <p:nvPr/>
            </p:nvSpPr>
            <p:spPr>
              <a:xfrm rot="-9414352">
                <a:off x="1807960" y="6172505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1" name="Google Shape;1131;p19"/>
              <p:cNvSpPr/>
              <p:nvPr/>
            </p:nvSpPr>
            <p:spPr>
              <a:xfrm rot="-9414352">
                <a:off x="3731053" y="4665484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132" name="Google Shape;1132;p19"/>
              <p:cNvSpPr/>
              <p:nvPr/>
            </p:nvSpPr>
            <p:spPr>
              <a:xfrm rot="-9421558">
                <a:off x="740331" y="4726434"/>
                <a:ext cx="130664" cy="130664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33" name="Google Shape;1133;p19"/>
              <p:cNvCxnSpPr>
                <a:stCxn id="1129" idx="5"/>
                <a:endCxn id="1128" idx="1"/>
              </p:cNvCxnSpPr>
              <p:nvPr/>
            </p:nvCxnSpPr>
            <p:spPr>
              <a:xfrm rot="10460456">
                <a:off x="3045371" y="6063279"/>
                <a:ext cx="365079" cy="83296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4" name="Google Shape;1134;p19"/>
              <p:cNvCxnSpPr>
                <a:stCxn id="1130" idx="4"/>
                <a:endCxn id="1128" idx="7"/>
              </p:cNvCxnSpPr>
              <p:nvPr/>
            </p:nvCxnSpPr>
            <p:spPr>
              <a:xfrm rot="10460763" flipH="1">
                <a:off x="1865029" y="6113097"/>
                <a:ext cx="1087089" cy="934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5" name="Google Shape;1135;p19"/>
              <p:cNvCxnSpPr>
                <a:stCxn id="1125" idx="0"/>
                <a:endCxn id="1129" idx="3"/>
              </p:cNvCxnSpPr>
              <p:nvPr/>
            </p:nvCxnSpPr>
            <p:spPr>
              <a:xfrm rot="-339783" flipH="1">
                <a:off x="3393035" y="4884097"/>
                <a:ext cx="1295121" cy="195080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6" name="Google Shape;1136;p19"/>
              <p:cNvCxnSpPr>
                <a:stCxn id="1129" idx="7"/>
                <a:endCxn id="1130" idx="2"/>
              </p:cNvCxnSpPr>
              <p:nvPr/>
            </p:nvCxnSpPr>
            <p:spPr>
              <a:xfrm rot="10460582">
                <a:off x="1928581" y="6158259"/>
                <a:ext cx="1466944" cy="83386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7" name="Google Shape;1137;p19"/>
              <p:cNvCxnSpPr>
                <a:stCxn id="1130" idx="6"/>
                <a:endCxn id="1126" idx="1"/>
              </p:cNvCxnSpPr>
              <p:nvPr/>
            </p:nvCxnSpPr>
            <p:spPr>
              <a:xfrm rot="10462833" flipH="1">
                <a:off x="1755412" y="5065169"/>
                <a:ext cx="150121" cy="112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8" name="Google Shape;1138;p19"/>
              <p:cNvCxnSpPr>
                <a:stCxn id="1128" idx="5"/>
                <a:endCxn id="1126" idx="1"/>
              </p:cNvCxnSpPr>
              <p:nvPr/>
            </p:nvCxnSpPr>
            <p:spPr>
              <a:xfrm rot="10460368">
                <a:off x="1898704" y="5007487"/>
                <a:ext cx="1024998" cy="104881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39" name="Google Shape;1139;p19"/>
              <p:cNvCxnSpPr>
                <a:stCxn id="1125" idx="6"/>
                <a:endCxn id="1131" idx="3"/>
              </p:cNvCxnSpPr>
              <p:nvPr/>
            </p:nvCxnSpPr>
            <p:spPr>
              <a:xfrm rot="10459888">
                <a:off x="3818606" y="4656348"/>
                <a:ext cx="731979" cy="12059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0" name="Google Shape;1140;p19"/>
              <p:cNvCxnSpPr>
                <a:stCxn id="1125" idx="7"/>
                <a:endCxn id="1128" idx="3"/>
              </p:cNvCxnSpPr>
              <p:nvPr/>
            </p:nvCxnSpPr>
            <p:spPr>
              <a:xfrm rot="-339569" flipH="1">
                <a:off x="2971884" y="4867995"/>
                <a:ext cx="1639693" cy="108105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1" name="Google Shape;1141;p19"/>
              <p:cNvCxnSpPr>
                <a:stCxn id="1131" idx="7"/>
                <a:endCxn id="1127" idx="3"/>
              </p:cNvCxnSpPr>
              <p:nvPr/>
            </p:nvCxnSpPr>
            <p:spPr>
              <a:xfrm rot="-339665" flipH="1">
                <a:off x="3259894" y="4748265"/>
                <a:ext cx="483558" cy="16310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2" name="Google Shape;1142;p19"/>
              <p:cNvCxnSpPr>
                <a:stCxn id="1127" idx="0"/>
                <a:endCxn id="1128" idx="5"/>
              </p:cNvCxnSpPr>
              <p:nvPr/>
            </p:nvCxnSpPr>
            <p:spPr>
              <a:xfrm rot="-341652" flipH="1">
                <a:off x="2929081" y="5115280"/>
                <a:ext cx="208629" cy="87998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3" name="Google Shape;1143;p19"/>
              <p:cNvCxnSpPr>
                <a:stCxn id="1132" idx="2"/>
                <a:endCxn id="1126" idx="6"/>
              </p:cNvCxnSpPr>
              <p:nvPr/>
            </p:nvCxnSpPr>
            <p:spPr>
              <a:xfrm rot="-339023">
                <a:off x="875824" y="4773316"/>
                <a:ext cx="880579" cy="24630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4" name="Google Shape;1144;p19"/>
              <p:cNvCxnSpPr>
                <a:stCxn id="1129" idx="6"/>
                <a:endCxn id="1132" idx="1"/>
              </p:cNvCxnSpPr>
              <p:nvPr/>
            </p:nvCxnSpPr>
            <p:spPr>
              <a:xfrm rot="10460586">
                <a:off x="937128" y="4728830"/>
                <a:ext cx="2389135" cy="228785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45" name="Google Shape;1145;p19"/>
              <p:cNvSpPr/>
              <p:nvPr/>
            </p:nvSpPr>
            <p:spPr>
              <a:xfrm rot="-9414352">
                <a:off x="1960639" y="4664187"/>
                <a:ext cx="86426" cy="86426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46" name="Google Shape;1146;p19"/>
              <p:cNvCxnSpPr>
                <a:stCxn id="1132" idx="3"/>
                <a:endCxn id="1145" idx="7"/>
              </p:cNvCxnSpPr>
              <p:nvPr/>
            </p:nvCxnSpPr>
            <p:spPr>
              <a:xfrm rot="-339173">
                <a:off x="866711" y="4713112"/>
                <a:ext cx="1096432" cy="6480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7" name="Google Shape;1147;p19"/>
              <p:cNvCxnSpPr>
                <a:stCxn id="1145" idx="2"/>
                <a:endCxn id="1127" idx="6"/>
              </p:cNvCxnSpPr>
              <p:nvPr/>
            </p:nvCxnSpPr>
            <p:spPr>
              <a:xfrm rot="-339840">
                <a:off x="2056272" y="4676508"/>
                <a:ext cx="954460" cy="30388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8" name="Google Shape;1148;p19"/>
              <p:cNvCxnSpPr>
                <a:stCxn id="1145" idx="0"/>
                <a:endCxn id="1126" idx="4"/>
              </p:cNvCxnSpPr>
              <p:nvPr/>
            </p:nvCxnSpPr>
            <p:spPr>
              <a:xfrm rot="-340645" flipH="1">
                <a:off x="1841473" y="4754364"/>
                <a:ext cx="154659" cy="179972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9" name="Google Shape;1149;p19"/>
              <p:cNvCxnSpPr>
                <a:stCxn id="1145" idx="1"/>
                <a:endCxn id="1128" idx="5"/>
              </p:cNvCxnSpPr>
              <p:nvPr/>
            </p:nvCxnSpPr>
            <p:spPr>
              <a:xfrm rot="-339524">
                <a:off x="2084265" y="4703564"/>
                <a:ext cx="824518" cy="134365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50" name="Google Shape;1150;p19"/>
              <p:cNvSpPr/>
              <p:nvPr/>
            </p:nvSpPr>
            <p:spPr>
              <a:xfrm rot="-9417549">
                <a:off x="3933996" y="4880048"/>
                <a:ext cx="128773" cy="12877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151" name="Google Shape;1151;p19"/>
              <p:cNvCxnSpPr>
                <a:stCxn id="1127" idx="2"/>
                <a:endCxn id="1150" idx="7"/>
              </p:cNvCxnSpPr>
              <p:nvPr/>
            </p:nvCxnSpPr>
            <p:spPr>
              <a:xfrm rot="10459800" flipH="1">
                <a:off x="3266347" y="5001756"/>
                <a:ext cx="674098" cy="153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2" name="Google Shape;1152;p19"/>
              <p:cNvCxnSpPr>
                <a:stCxn id="1150" idx="3"/>
                <a:endCxn id="1125" idx="7"/>
              </p:cNvCxnSpPr>
              <p:nvPr/>
            </p:nvCxnSpPr>
            <p:spPr>
              <a:xfrm rot="10459592" flipH="1">
                <a:off x="4052806" y="4814404"/>
                <a:ext cx="506782" cy="8110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53" name="Google Shape;1153;p19"/>
              <p:cNvCxnSpPr>
                <a:stCxn id="1128" idx="4"/>
                <a:endCxn id="1150" idx="0"/>
              </p:cNvCxnSpPr>
              <p:nvPr/>
            </p:nvCxnSpPr>
            <p:spPr>
              <a:xfrm rot="10460266" flipH="1">
                <a:off x="2959037" y="5053792"/>
                <a:ext cx="1061178" cy="89959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22"/>
          <p:cNvGrpSpPr/>
          <p:nvPr/>
        </p:nvGrpSpPr>
        <p:grpSpPr>
          <a:xfrm>
            <a:off x="119476" y="1141150"/>
            <a:ext cx="7318880" cy="3862644"/>
            <a:chOff x="119476" y="1141150"/>
            <a:chExt cx="7318880" cy="3862644"/>
          </a:xfrm>
        </p:grpSpPr>
        <p:grpSp>
          <p:nvGrpSpPr>
            <p:cNvPr id="1305" name="Google Shape;1305;p22"/>
            <p:cNvGrpSpPr/>
            <p:nvPr/>
          </p:nvGrpSpPr>
          <p:grpSpPr>
            <a:xfrm rot="10800000">
              <a:off x="119476" y="1141150"/>
              <a:ext cx="298275" cy="322675"/>
              <a:chOff x="8667225" y="681525"/>
              <a:chExt cx="298275" cy="322675"/>
            </a:xfrm>
          </p:grpSpPr>
          <p:sp>
            <p:nvSpPr>
              <p:cNvPr id="1306" name="Google Shape;1306;p22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7" name="Google Shape;1307;p22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08" name="Google Shape;1308;p22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09" name="Google Shape;1309;p22"/>
            <p:cNvGrpSpPr/>
            <p:nvPr/>
          </p:nvGrpSpPr>
          <p:grpSpPr>
            <a:xfrm rot="-5139163">
              <a:off x="6960991" y="4509560"/>
              <a:ext cx="254304" cy="683114"/>
              <a:chOff x="140150" y="4353245"/>
              <a:chExt cx="254310" cy="683130"/>
            </a:xfrm>
          </p:grpSpPr>
          <p:sp>
            <p:nvSpPr>
              <p:cNvPr id="1310" name="Google Shape;1310;p22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1" name="Google Shape;1311;p22"/>
              <p:cNvSpPr/>
              <p:nvPr/>
            </p:nvSpPr>
            <p:spPr>
              <a:xfrm rot="10800000">
                <a:off x="146360" y="4668727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2" name="Google Shape;1312;p22"/>
              <p:cNvSpPr/>
              <p:nvPr/>
            </p:nvSpPr>
            <p:spPr>
              <a:xfrm rot="10800000">
                <a:off x="343160" y="4863902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3" name="Google Shape;1313;p22"/>
              <p:cNvSpPr/>
              <p:nvPr/>
            </p:nvSpPr>
            <p:spPr>
              <a:xfrm rot="10800000">
                <a:off x="141945" y="435324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14" name="Google Shape;1314;p22"/>
          <p:cNvGrpSpPr/>
          <p:nvPr/>
        </p:nvGrpSpPr>
        <p:grpSpPr>
          <a:xfrm>
            <a:off x="-3264108" y="1062527"/>
            <a:ext cx="12699758" cy="5125916"/>
            <a:chOff x="-3264108" y="1062527"/>
            <a:chExt cx="12699758" cy="5125916"/>
          </a:xfrm>
        </p:grpSpPr>
        <p:grpSp>
          <p:nvGrpSpPr>
            <p:cNvPr id="1315" name="Google Shape;1315;p22"/>
            <p:cNvGrpSpPr/>
            <p:nvPr/>
          </p:nvGrpSpPr>
          <p:grpSpPr>
            <a:xfrm rot="10800000">
              <a:off x="7825876" y="2716263"/>
              <a:ext cx="1609774" cy="2641456"/>
              <a:chOff x="-225924" y="-192037"/>
              <a:chExt cx="1609774" cy="2641456"/>
            </a:xfrm>
          </p:grpSpPr>
          <p:cxnSp>
            <p:nvCxnSpPr>
              <p:cNvPr id="1316" name="Google Shape;1316;p22"/>
              <p:cNvCxnSpPr>
                <a:stCxn id="1317" idx="7"/>
                <a:endCxn id="1318" idx="2"/>
              </p:cNvCxnSpPr>
              <p:nvPr/>
            </p:nvCxnSpPr>
            <p:spPr>
              <a:xfrm rot="10800000" flipH="1">
                <a:off x="332904" y="155655"/>
                <a:ext cx="893400" cy="22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18" name="Google Shape;1318;p22"/>
              <p:cNvSpPr/>
              <p:nvPr/>
            </p:nvSpPr>
            <p:spPr>
              <a:xfrm>
                <a:off x="1226350" y="767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19" name="Google Shape;1319;p22"/>
              <p:cNvSpPr/>
              <p:nvPr/>
            </p:nvSpPr>
            <p:spPr>
              <a:xfrm>
                <a:off x="-225924" y="-192037"/>
                <a:ext cx="99900" cy="99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0" name="Google Shape;1320;p22"/>
              <p:cNvSpPr/>
              <p:nvPr/>
            </p:nvSpPr>
            <p:spPr>
              <a:xfrm>
                <a:off x="177600" y="229191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1" name="Google Shape;1321;p22"/>
              <p:cNvSpPr/>
              <p:nvPr/>
            </p:nvSpPr>
            <p:spPr>
              <a:xfrm>
                <a:off x="734301" y="222187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2" name="Google Shape;1322;p22"/>
              <p:cNvSpPr/>
              <p:nvPr/>
            </p:nvSpPr>
            <p:spPr>
              <a:xfrm>
                <a:off x="49626" y="886737"/>
                <a:ext cx="86700" cy="867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23" name="Google Shape;1323;p22"/>
              <p:cNvSpPr/>
              <p:nvPr/>
            </p:nvSpPr>
            <p:spPr>
              <a:xfrm>
                <a:off x="292075" y="1058069"/>
                <a:ext cx="147900" cy="1479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24" name="Google Shape;1324;p22"/>
              <p:cNvCxnSpPr>
                <a:stCxn id="1323" idx="4"/>
                <a:endCxn id="1320" idx="0"/>
              </p:cNvCxnSpPr>
              <p:nvPr/>
            </p:nvCxnSpPr>
            <p:spPr>
              <a:xfrm flipH="1">
                <a:off x="256225" y="1205969"/>
                <a:ext cx="109800" cy="108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5" name="Google Shape;1325;p22"/>
              <p:cNvCxnSpPr>
                <a:stCxn id="1322" idx="4"/>
                <a:endCxn id="1320" idx="0"/>
              </p:cNvCxnSpPr>
              <p:nvPr/>
            </p:nvCxnSpPr>
            <p:spPr>
              <a:xfrm>
                <a:off x="92976" y="973437"/>
                <a:ext cx="163500" cy="1318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6" name="Google Shape;1326;p22"/>
              <p:cNvCxnSpPr>
                <a:stCxn id="1322" idx="5"/>
                <a:endCxn id="1323" idx="1"/>
              </p:cNvCxnSpPr>
              <p:nvPr/>
            </p:nvCxnSpPr>
            <p:spPr>
              <a:xfrm>
                <a:off x="123629" y="960741"/>
                <a:ext cx="190200" cy="119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7" name="Google Shape;1327;p22"/>
              <p:cNvCxnSpPr>
                <a:stCxn id="1322" idx="0"/>
                <a:endCxn id="1319" idx="4"/>
              </p:cNvCxnSpPr>
              <p:nvPr/>
            </p:nvCxnSpPr>
            <p:spPr>
              <a:xfrm rot="10800000">
                <a:off x="-176124" y="-92163"/>
                <a:ext cx="269100" cy="978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8" name="Google Shape;1328;p22"/>
              <p:cNvCxnSpPr>
                <a:stCxn id="1322" idx="7"/>
                <a:endCxn id="1317" idx="3"/>
              </p:cNvCxnSpPr>
              <p:nvPr/>
            </p:nvCxnSpPr>
            <p:spPr>
              <a:xfrm rot="10800000" flipH="1">
                <a:off x="123629" y="443734"/>
                <a:ext cx="147900" cy="455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9" name="Google Shape;1329;p22"/>
              <p:cNvCxnSpPr>
                <a:stCxn id="1319" idx="5"/>
                <a:endCxn id="1317" idx="1"/>
              </p:cNvCxnSpPr>
              <p:nvPr/>
            </p:nvCxnSpPr>
            <p:spPr>
              <a:xfrm>
                <a:off x="-140654" y="-106767"/>
                <a:ext cx="412200" cy="48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0" name="Google Shape;1330;p22"/>
              <p:cNvCxnSpPr>
                <a:stCxn id="1319" idx="6"/>
                <a:endCxn id="1318" idx="2"/>
              </p:cNvCxnSpPr>
              <p:nvPr/>
            </p:nvCxnSpPr>
            <p:spPr>
              <a:xfrm>
                <a:off x="-126024" y="-142087"/>
                <a:ext cx="1352400" cy="297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1" name="Google Shape;1331;p22"/>
              <p:cNvCxnSpPr>
                <a:stCxn id="1321" idx="2"/>
                <a:endCxn id="1319" idx="5"/>
              </p:cNvCxnSpPr>
              <p:nvPr/>
            </p:nvCxnSpPr>
            <p:spPr>
              <a:xfrm rot="10800000">
                <a:off x="-140799" y="-106763"/>
                <a:ext cx="875100" cy="372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2" name="Google Shape;1332;p22"/>
              <p:cNvCxnSpPr>
                <a:stCxn id="1323" idx="0"/>
                <a:endCxn id="1317" idx="4"/>
              </p:cNvCxnSpPr>
              <p:nvPr/>
            </p:nvCxnSpPr>
            <p:spPr>
              <a:xfrm rot="10800000">
                <a:off x="302125" y="456569"/>
                <a:ext cx="63900" cy="60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3" name="Google Shape;1333;p22"/>
              <p:cNvCxnSpPr>
                <a:stCxn id="1323" idx="0"/>
                <a:endCxn id="1321" idx="3"/>
              </p:cNvCxnSpPr>
              <p:nvPr/>
            </p:nvCxnSpPr>
            <p:spPr>
              <a:xfrm rot="10800000" flipH="1">
                <a:off x="366025" y="296069"/>
                <a:ext cx="381000" cy="76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17" name="Google Shape;1317;p22"/>
              <p:cNvSpPr/>
              <p:nvPr/>
            </p:nvSpPr>
            <p:spPr>
              <a:xfrm>
                <a:off x="258901" y="369758"/>
                <a:ext cx="86700" cy="86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34" name="Google Shape;1334;p22"/>
            <p:cNvGrpSpPr/>
            <p:nvPr/>
          </p:nvGrpSpPr>
          <p:grpSpPr>
            <a:xfrm rot="2030497">
              <a:off x="-2581586" y="1819329"/>
              <a:ext cx="3816850" cy="3612312"/>
              <a:chOff x="-100549" y="47919"/>
              <a:chExt cx="4607849" cy="4360923"/>
            </a:xfrm>
          </p:grpSpPr>
          <p:sp>
            <p:nvSpPr>
              <p:cNvPr id="1335" name="Google Shape;1335;p22"/>
              <p:cNvSpPr/>
              <p:nvPr/>
            </p:nvSpPr>
            <p:spPr>
              <a:xfrm rot="10800000">
                <a:off x="4076800" y="2467368"/>
                <a:ext cx="234600" cy="234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6" name="Google Shape;1336;p22"/>
              <p:cNvSpPr/>
              <p:nvPr/>
            </p:nvSpPr>
            <p:spPr>
              <a:xfrm rot="10800000">
                <a:off x="1137802" y="3577294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7" name="Google Shape;1337;p22"/>
              <p:cNvSpPr/>
              <p:nvPr/>
            </p:nvSpPr>
            <p:spPr>
              <a:xfrm rot="10800000">
                <a:off x="1731851" y="997900"/>
                <a:ext cx="484500" cy="4845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8" name="Google Shape;1338;p22"/>
              <p:cNvSpPr/>
              <p:nvPr/>
            </p:nvSpPr>
            <p:spPr>
              <a:xfrm rot="10800000">
                <a:off x="2254926" y="2505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39" name="Google Shape;1339;p22"/>
              <p:cNvSpPr/>
              <p:nvPr/>
            </p:nvSpPr>
            <p:spPr>
              <a:xfrm rot="10800000">
                <a:off x="3685300" y="3636544"/>
                <a:ext cx="116100" cy="116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0" name="Google Shape;1340;p22"/>
              <p:cNvSpPr/>
              <p:nvPr/>
            </p:nvSpPr>
            <p:spPr>
              <a:xfrm rot="10800000">
                <a:off x="2254926" y="3903969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1" name="Google Shape;1341;p22"/>
              <p:cNvSpPr/>
              <p:nvPr/>
            </p:nvSpPr>
            <p:spPr>
              <a:xfrm rot="10800000">
                <a:off x="3125451" y="1436544"/>
                <a:ext cx="157500" cy="1575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42" name="Google Shape;1342;p22"/>
              <p:cNvSpPr/>
              <p:nvPr/>
            </p:nvSpPr>
            <p:spPr>
              <a:xfrm rot="10800000">
                <a:off x="447667" y="2351269"/>
                <a:ext cx="116100" cy="116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43" name="Google Shape;1343;p22"/>
              <p:cNvCxnSpPr>
                <a:stCxn id="1339" idx="5"/>
                <a:endCxn id="1338" idx="1"/>
              </p:cNvCxnSpPr>
              <p:nvPr/>
            </p:nvCxnSpPr>
            <p:spPr>
              <a:xfrm rot="8769356">
                <a:off x="2782616" y="2360623"/>
                <a:ext cx="526274" cy="157274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4" name="Google Shape;1344;p22"/>
              <p:cNvCxnSpPr>
                <a:stCxn id="1340" idx="4"/>
                <a:endCxn id="1338" idx="0"/>
              </p:cNvCxnSpPr>
              <p:nvPr/>
            </p:nvCxnSpPr>
            <p:spPr>
              <a:xfrm rot="8769075" flipH="1">
                <a:off x="1988166" y="2768320"/>
                <a:ext cx="691020" cy="103049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5" name="Google Shape;1345;p22"/>
              <p:cNvCxnSpPr>
                <a:stCxn id="1335" idx="6"/>
                <a:endCxn id="1338" idx="2"/>
              </p:cNvCxnSpPr>
              <p:nvPr/>
            </p:nvCxnSpPr>
            <p:spPr>
              <a:xfrm rot="8769491">
                <a:off x="2553455" y="2121214"/>
                <a:ext cx="1382290" cy="92690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6" name="Google Shape;1346;p22"/>
              <p:cNvCxnSpPr>
                <a:stCxn id="1335" idx="0"/>
                <a:endCxn id="1339" idx="3"/>
              </p:cNvCxnSpPr>
              <p:nvPr/>
            </p:nvCxnSpPr>
            <p:spPr>
              <a:xfrm rot="-2030280" flipH="1">
                <a:off x="3554311" y="2896576"/>
                <a:ext cx="870078" cy="56238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7" name="Google Shape;1347;p22"/>
              <p:cNvCxnSpPr>
                <a:stCxn id="1339" idx="7"/>
                <a:endCxn id="1340" idx="2"/>
              </p:cNvCxnSpPr>
              <p:nvPr/>
            </p:nvCxnSpPr>
            <p:spPr>
              <a:xfrm rot="8769605">
                <a:off x="2452857" y="3602445"/>
                <a:ext cx="1208890" cy="51329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8" name="Google Shape;1348;p22"/>
              <p:cNvCxnSpPr>
                <a:stCxn id="1340" idx="6"/>
                <a:endCxn id="1336" idx="1"/>
              </p:cNvCxnSpPr>
              <p:nvPr/>
            </p:nvCxnSpPr>
            <p:spPr>
              <a:xfrm rot="8768875">
                <a:off x="1472857" y="3539834"/>
                <a:ext cx="647338" cy="680869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49" name="Google Shape;1349;p22"/>
              <p:cNvCxnSpPr>
                <a:stCxn id="1338" idx="7"/>
                <a:endCxn id="1336" idx="3"/>
              </p:cNvCxnSpPr>
              <p:nvPr/>
            </p:nvCxnSpPr>
            <p:spPr>
              <a:xfrm rot="-2030278" flipH="1">
                <a:off x="1147266" y="2984238"/>
                <a:ext cx="1321550" cy="28323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0" name="Google Shape;1350;p22"/>
              <p:cNvCxnSpPr>
                <a:stCxn id="1335" idx="5"/>
                <a:endCxn id="1341" idx="1"/>
              </p:cNvCxnSpPr>
              <p:nvPr/>
            </p:nvCxnSpPr>
            <p:spPr>
              <a:xfrm rot="8769493">
                <a:off x="3591334" y="1412692"/>
                <a:ext cx="188543" cy="1247164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1" name="Google Shape;1351;p22"/>
              <p:cNvCxnSpPr>
                <a:stCxn id="1341" idx="7"/>
                <a:endCxn id="1338" idx="3"/>
              </p:cNvCxnSpPr>
              <p:nvPr/>
            </p:nvCxnSpPr>
            <p:spPr>
              <a:xfrm rot="-2030495" flipH="1">
                <a:off x="2186803" y="1863549"/>
                <a:ext cx="1164126" cy="37276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2" name="Google Shape;1352;p22"/>
              <p:cNvCxnSpPr>
                <a:stCxn id="1341" idx="5"/>
                <a:endCxn id="1337" idx="2"/>
              </p:cNvCxnSpPr>
              <p:nvPr/>
            </p:nvCxnSpPr>
            <p:spPr>
              <a:xfrm rot="8769821">
                <a:off x="2356510" y="999099"/>
                <a:ext cx="651914" cy="70142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3" name="Google Shape;1353;p22"/>
              <p:cNvCxnSpPr>
                <a:stCxn id="1337" idx="0"/>
                <a:endCxn id="1338" idx="5"/>
              </p:cNvCxnSpPr>
              <p:nvPr/>
            </p:nvCxnSpPr>
            <p:spPr>
              <a:xfrm rot="-2029195" flipH="1">
                <a:off x="1960847" y="1486358"/>
                <a:ext cx="330408" cy="103848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4" name="Google Shape;1354;p22"/>
              <p:cNvCxnSpPr>
                <a:stCxn id="1337" idx="7"/>
                <a:endCxn id="1342" idx="3"/>
              </p:cNvCxnSpPr>
              <p:nvPr/>
            </p:nvCxnSpPr>
            <p:spPr>
              <a:xfrm rot="-2030477" flipH="1">
                <a:off x="386634" y="1842270"/>
                <a:ext cx="1576242" cy="9535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5" name="Google Shape;1355;p22"/>
              <p:cNvCxnSpPr>
                <a:stCxn id="1338" idx="6"/>
                <a:endCxn id="1342" idx="2"/>
              </p:cNvCxnSpPr>
              <p:nvPr/>
            </p:nvCxnSpPr>
            <p:spPr>
              <a:xfrm rot="8769842">
                <a:off x="755690" y="1953080"/>
                <a:ext cx="1307072" cy="1087577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6" name="Google Shape;1356;p22"/>
              <p:cNvCxnSpPr>
                <a:stCxn id="1342" idx="0"/>
                <a:endCxn id="1336" idx="5"/>
              </p:cNvCxnSpPr>
              <p:nvPr/>
            </p:nvCxnSpPr>
            <p:spPr>
              <a:xfrm rot="-2024821" flipH="1">
                <a:off x="797015" y="2378694"/>
                <a:ext cx="83704" cy="132155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7" name="Google Shape;1357;p22"/>
              <p:cNvCxnSpPr>
                <a:stCxn id="1339" idx="4"/>
                <a:endCxn id="1337" idx="1"/>
              </p:cNvCxnSpPr>
              <p:nvPr/>
            </p:nvCxnSpPr>
            <p:spPr>
              <a:xfrm rot="8775347">
                <a:off x="2900285" y="1155017"/>
                <a:ext cx="88031" cy="273795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8" name="Google Shape;1358;p22"/>
              <p:cNvCxnSpPr>
                <a:stCxn id="1336" idx="4"/>
                <a:endCxn id="1337" idx="7"/>
              </p:cNvCxnSpPr>
              <p:nvPr/>
            </p:nvCxnSpPr>
            <p:spPr>
              <a:xfrm rot="8769813" flipH="1">
                <a:off x="698488" y="1747510"/>
                <a:ext cx="1661027" cy="1493868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59" name="Google Shape;1359;p22"/>
              <p:cNvCxnSpPr>
                <a:stCxn id="1335" idx="5"/>
                <a:endCxn id="1337" idx="1"/>
              </p:cNvCxnSpPr>
              <p:nvPr/>
            </p:nvCxnSpPr>
            <p:spPr>
              <a:xfrm rot="8769113">
                <a:off x="2615603" y="956497"/>
                <a:ext cx="1025506" cy="200025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60" name="Google Shape;1360;p22"/>
              <p:cNvSpPr/>
              <p:nvPr/>
            </p:nvSpPr>
            <p:spPr>
              <a:xfrm rot="10800000">
                <a:off x="873701" y="691869"/>
                <a:ext cx="157500" cy="157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1" name="Google Shape;1361;p22"/>
              <p:cNvCxnSpPr>
                <a:stCxn id="1342" idx="4"/>
                <a:endCxn id="1360" idx="7"/>
              </p:cNvCxnSpPr>
              <p:nvPr/>
            </p:nvCxnSpPr>
            <p:spPr>
              <a:xfrm rot="8769580" flipH="1">
                <a:off x="114237" y="1064376"/>
                <a:ext cx="1173861" cy="1048886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2" name="Google Shape;1362;p22"/>
              <p:cNvCxnSpPr>
                <a:stCxn id="1360" idx="2"/>
                <a:endCxn id="1337" idx="5"/>
              </p:cNvCxnSpPr>
              <p:nvPr/>
            </p:nvCxnSpPr>
            <p:spPr>
              <a:xfrm rot="-2029235">
                <a:off x="1179725" y="581031"/>
                <a:ext cx="474852" cy="677375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3" name="Google Shape;1363;p22"/>
              <p:cNvCxnSpPr>
                <a:stCxn id="1360" idx="0"/>
                <a:endCxn id="1336" idx="4"/>
              </p:cNvCxnSpPr>
              <p:nvPr/>
            </p:nvCxnSpPr>
            <p:spPr>
              <a:xfrm rot="-2030204" flipH="1">
                <a:off x="469943" y="996108"/>
                <a:ext cx="1267716" cy="2434421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4" name="Google Shape;1364;p22"/>
              <p:cNvCxnSpPr>
                <a:stCxn id="1360" idx="1"/>
                <a:endCxn id="1338" idx="5"/>
              </p:cNvCxnSpPr>
              <p:nvPr/>
            </p:nvCxnSpPr>
            <p:spPr>
              <a:xfrm rot="-2032139">
                <a:off x="1589793" y="616894"/>
                <a:ext cx="106586" cy="212132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365" name="Google Shape;1365;p22"/>
              <p:cNvSpPr/>
              <p:nvPr/>
            </p:nvSpPr>
            <p:spPr>
              <a:xfrm rot="10800000">
                <a:off x="2346923" y="285337"/>
                <a:ext cx="234600" cy="2346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66" name="Google Shape;1366;p22"/>
              <p:cNvCxnSpPr>
                <a:stCxn id="1360" idx="2"/>
                <a:endCxn id="1365" idx="6"/>
              </p:cNvCxnSpPr>
              <p:nvPr/>
            </p:nvCxnSpPr>
            <p:spPr>
              <a:xfrm rot="-2030441">
                <a:off x="1040224" y="373064"/>
                <a:ext cx="1297753" cy="42701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67" name="Google Shape;1367;p22"/>
              <p:cNvCxnSpPr>
                <a:stCxn id="1365" idx="1"/>
                <a:endCxn id="1341" idx="5"/>
              </p:cNvCxnSpPr>
              <p:nvPr/>
            </p:nvCxnSpPr>
            <p:spPr>
              <a:xfrm rot="-2034703" flipH="1">
                <a:off x="2826258" y="400719"/>
                <a:ext cx="43017" cy="1143823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9" name="Google Shape;1369;p23"/>
          <p:cNvGrpSpPr/>
          <p:nvPr/>
        </p:nvGrpSpPr>
        <p:grpSpPr>
          <a:xfrm>
            <a:off x="190301" y="174004"/>
            <a:ext cx="8808974" cy="4007621"/>
            <a:chOff x="190301" y="174004"/>
            <a:chExt cx="8808974" cy="4007621"/>
          </a:xfrm>
        </p:grpSpPr>
        <p:grpSp>
          <p:nvGrpSpPr>
            <p:cNvPr id="1370" name="Google Shape;1370;p23"/>
            <p:cNvGrpSpPr/>
            <p:nvPr/>
          </p:nvGrpSpPr>
          <p:grpSpPr>
            <a:xfrm rot="10800000">
              <a:off x="190301" y="3858950"/>
              <a:ext cx="298275" cy="322675"/>
              <a:chOff x="8667225" y="681525"/>
              <a:chExt cx="298275" cy="322675"/>
            </a:xfrm>
          </p:grpSpPr>
          <p:sp>
            <p:nvSpPr>
              <p:cNvPr id="1371" name="Google Shape;1371;p23"/>
              <p:cNvSpPr/>
              <p:nvPr/>
            </p:nvSpPr>
            <p:spPr>
              <a:xfrm rot="10800000">
                <a:off x="8667225" y="82162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2" name="Google Shape;1372;p23"/>
              <p:cNvSpPr/>
              <p:nvPr/>
            </p:nvSpPr>
            <p:spPr>
              <a:xfrm rot="10800000">
                <a:off x="8825400" y="681525"/>
                <a:ext cx="140100" cy="140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3" name="Google Shape;1373;p23"/>
              <p:cNvSpPr/>
              <p:nvPr/>
            </p:nvSpPr>
            <p:spPr>
              <a:xfrm rot="10800000">
                <a:off x="8869800" y="95290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74" name="Google Shape;1374;p23"/>
            <p:cNvGrpSpPr/>
            <p:nvPr/>
          </p:nvGrpSpPr>
          <p:grpSpPr>
            <a:xfrm rot="-5139163">
              <a:off x="8591694" y="201328"/>
              <a:ext cx="406266" cy="379191"/>
              <a:chOff x="140150" y="4657175"/>
              <a:chExt cx="406275" cy="379200"/>
            </a:xfrm>
          </p:grpSpPr>
          <p:sp>
            <p:nvSpPr>
              <p:cNvPr id="1375" name="Google Shape;1375;p23"/>
              <p:cNvSpPr/>
              <p:nvPr/>
            </p:nvSpPr>
            <p:spPr>
              <a:xfrm rot="10800000">
                <a:off x="140150" y="4949675"/>
                <a:ext cx="86700" cy="867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6" name="Google Shape;1376;p23"/>
              <p:cNvSpPr/>
              <p:nvPr/>
            </p:nvSpPr>
            <p:spPr>
              <a:xfrm rot="10800000">
                <a:off x="298325" y="4657175"/>
                <a:ext cx="140100" cy="140100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7" name="Google Shape;1377;p23"/>
              <p:cNvSpPr/>
              <p:nvPr/>
            </p:nvSpPr>
            <p:spPr>
              <a:xfrm rot="10800000">
                <a:off x="495125" y="4852350"/>
                <a:ext cx="51300" cy="513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78" name="Google Shape;1378;p23"/>
              <p:cNvSpPr/>
              <p:nvPr/>
            </p:nvSpPr>
            <p:spPr>
              <a:xfrm rot="10800000">
                <a:off x="165050" y="4657175"/>
                <a:ext cx="51300" cy="513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  <p:grpSp>
        <p:nvGrpSpPr>
          <p:cNvPr id="1379" name="Google Shape;1379;p23"/>
          <p:cNvGrpSpPr/>
          <p:nvPr/>
        </p:nvGrpSpPr>
        <p:grpSpPr>
          <a:xfrm>
            <a:off x="115024" y="-2374836"/>
            <a:ext cx="8971639" cy="9886184"/>
            <a:chOff x="115024" y="-2374836"/>
            <a:chExt cx="8971639" cy="9886184"/>
          </a:xfrm>
        </p:grpSpPr>
        <p:grpSp>
          <p:nvGrpSpPr>
            <p:cNvPr id="1380" name="Google Shape;1380;p23"/>
            <p:cNvGrpSpPr/>
            <p:nvPr/>
          </p:nvGrpSpPr>
          <p:grpSpPr>
            <a:xfrm flipH="1">
              <a:off x="115024" y="-2374836"/>
              <a:ext cx="3687215" cy="3485542"/>
              <a:chOff x="5337386" y="-2374836"/>
              <a:chExt cx="3687215" cy="3485542"/>
            </a:xfrm>
          </p:grpSpPr>
          <p:sp>
            <p:nvSpPr>
              <p:cNvPr id="1381" name="Google Shape;1381;p23"/>
              <p:cNvSpPr/>
              <p:nvPr/>
            </p:nvSpPr>
            <p:spPr>
              <a:xfrm rot="9698973">
                <a:off x="8256504" y="-2357857"/>
                <a:ext cx="128642" cy="128642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2" name="Google Shape;1382;p23"/>
              <p:cNvSpPr/>
              <p:nvPr/>
            </p:nvSpPr>
            <p:spPr>
              <a:xfrm rot="9699868">
                <a:off x="6325487" y="-94127"/>
                <a:ext cx="164028" cy="164028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3" name="Google Shape;1383;p23"/>
              <p:cNvSpPr/>
              <p:nvPr/>
            </p:nvSpPr>
            <p:spPr>
              <a:xfrm rot="9695130">
                <a:off x="7230532" y="-1291785"/>
                <a:ext cx="265916" cy="265916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4" name="Google Shape;1384;p23"/>
              <p:cNvSpPr/>
              <p:nvPr/>
            </p:nvSpPr>
            <p:spPr>
              <a:xfrm rot="9708981">
                <a:off x="8013809" y="-151576"/>
                <a:ext cx="86521" cy="86521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5" name="Google Shape;1385;p23"/>
              <p:cNvSpPr/>
              <p:nvPr/>
            </p:nvSpPr>
            <p:spPr>
              <a:xfrm rot="9699377">
                <a:off x="8889724" y="131264"/>
                <a:ext cx="119155" cy="11915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6" name="Google Shape;1386;p23"/>
              <p:cNvSpPr/>
              <p:nvPr/>
            </p:nvSpPr>
            <p:spPr>
              <a:xfrm rot="-9307649">
                <a:off x="7169475" y="191656"/>
                <a:ext cx="86305" cy="86305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7" name="Google Shape;1387;p23"/>
              <p:cNvSpPr/>
              <p:nvPr/>
            </p:nvSpPr>
            <p:spPr>
              <a:xfrm rot="9708981">
                <a:off x="7609568" y="-1824766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388" name="Google Shape;1388;p23"/>
              <p:cNvSpPr/>
              <p:nvPr/>
            </p:nvSpPr>
            <p:spPr>
              <a:xfrm rot="9698900">
                <a:off x="5354617" y="277974"/>
                <a:ext cx="130539" cy="13053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389" name="Google Shape;1389;p23"/>
              <p:cNvCxnSpPr>
                <a:stCxn id="1385" idx="5"/>
                <a:endCxn id="1384" idx="1"/>
              </p:cNvCxnSpPr>
              <p:nvPr/>
            </p:nvCxnSpPr>
            <p:spPr>
              <a:xfrm rot="10800000">
                <a:off x="8095656" y="-88788"/>
                <a:ext cx="800400" cy="25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0" name="Google Shape;1390;p23"/>
              <p:cNvCxnSpPr>
                <a:stCxn id="1386" idx="4"/>
                <a:endCxn id="1384" idx="6"/>
              </p:cNvCxnSpPr>
              <p:nvPr/>
            </p:nvCxnSpPr>
            <p:spPr>
              <a:xfrm rot="10800000" flipH="1">
                <a:off x="7230777" y="-94742"/>
                <a:ext cx="785100" cy="29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1" name="Google Shape;1391;p23"/>
              <p:cNvCxnSpPr>
                <a:stCxn id="1381" idx="0"/>
                <a:endCxn id="1385" idx="4"/>
              </p:cNvCxnSpPr>
              <p:nvPr/>
            </p:nvCxnSpPr>
            <p:spPr>
              <a:xfrm>
                <a:off x="8341075" y="-2232486"/>
                <a:ext cx="589500" cy="2366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2" name="Google Shape;1392;p23"/>
              <p:cNvCxnSpPr>
                <a:stCxn id="1385" idx="6"/>
                <a:endCxn id="1386" idx="2"/>
              </p:cNvCxnSpPr>
              <p:nvPr/>
            </p:nvCxnSpPr>
            <p:spPr>
              <a:xfrm flipH="1">
                <a:off x="7251752" y="209591"/>
                <a:ext cx="1641000" cy="4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3" name="Google Shape;1393;p23"/>
              <p:cNvCxnSpPr>
                <a:stCxn id="1386" idx="6"/>
                <a:endCxn id="1382" idx="1"/>
              </p:cNvCxnSpPr>
              <p:nvPr/>
            </p:nvCxnSpPr>
            <p:spPr>
              <a:xfrm rot="10800000">
                <a:off x="6480777" y="24658"/>
                <a:ext cx="692700" cy="19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4" name="Google Shape;1394;p23"/>
              <p:cNvCxnSpPr>
                <a:stCxn id="1384" idx="6"/>
                <a:endCxn id="1382" idx="1"/>
              </p:cNvCxnSpPr>
              <p:nvPr/>
            </p:nvCxnSpPr>
            <p:spPr>
              <a:xfrm flipH="1">
                <a:off x="6480870" y="-94816"/>
                <a:ext cx="1535100" cy="119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5" name="Google Shape;1395;p23"/>
              <p:cNvCxnSpPr>
                <a:stCxn id="1381" idx="6"/>
                <a:endCxn id="1387" idx="3"/>
              </p:cNvCxnSpPr>
              <p:nvPr/>
            </p:nvCxnSpPr>
            <p:spPr>
              <a:xfrm flipH="1">
                <a:off x="7672375" y="-2273286"/>
                <a:ext cx="587400" cy="453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6" name="Google Shape;1396;p23"/>
              <p:cNvCxnSpPr>
                <a:stCxn id="1381" idx="7"/>
                <a:endCxn id="1384" idx="4"/>
              </p:cNvCxnSpPr>
              <p:nvPr/>
            </p:nvCxnSpPr>
            <p:spPr>
              <a:xfrm flipH="1">
                <a:off x="8043575" y="-2236048"/>
                <a:ext cx="248400" cy="208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7" name="Google Shape;1397;p23"/>
              <p:cNvCxnSpPr>
                <a:stCxn id="1387" idx="7"/>
                <a:endCxn id="1383" idx="3"/>
              </p:cNvCxnSpPr>
              <p:nvPr/>
            </p:nvCxnSpPr>
            <p:spPr>
              <a:xfrm flipH="1">
                <a:off x="7423012" y="-1742897"/>
                <a:ext cx="210300" cy="465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8" name="Google Shape;1398;p23"/>
              <p:cNvCxnSpPr>
                <a:stCxn id="1383" idx="0"/>
                <a:endCxn id="1384" idx="4"/>
              </p:cNvCxnSpPr>
              <p:nvPr/>
            </p:nvCxnSpPr>
            <p:spPr>
              <a:xfrm>
                <a:off x="7405490" y="-1032677"/>
                <a:ext cx="638100" cy="883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99" name="Google Shape;1399;p23"/>
              <p:cNvCxnSpPr>
                <a:stCxn id="1388" idx="2"/>
                <a:endCxn id="1382" idx="6"/>
              </p:cNvCxnSpPr>
              <p:nvPr/>
            </p:nvCxnSpPr>
            <p:spPr>
              <a:xfrm rot="10800000" flipH="1">
                <a:off x="5481836" y="13694"/>
                <a:ext cx="847800" cy="30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0" name="Google Shape;1400;p23"/>
              <p:cNvCxnSpPr>
                <a:stCxn id="1386" idx="7"/>
                <a:endCxn id="1388" idx="1"/>
              </p:cNvCxnSpPr>
              <p:nvPr/>
            </p:nvCxnSpPr>
            <p:spPr>
              <a:xfrm flipH="1">
                <a:off x="5478310" y="249658"/>
                <a:ext cx="1693800" cy="12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01" name="Google Shape;1401;p23"/>
              <p:cNvSpPr/>
              <p:nvPr/>
            </p:nvSpPr>
            <p:spPr>
              <a:xfrm rot="9708981">
                <a:off x="6280042" y="-655695"/>
                <a:ext cx="86521" cy="86521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2" name="Google Shape;1402;p23"/>
              <p:cNvCxnSpPr>
                <a:stCxn id="1388" idx="3"/>
                <a:endCxn id="1401" idx="6"/>
              </p:cNvCxnSpPr>
              <p:nvPr/>
            </p:nvCxnSpPr>
            <p:spPr>
              <a:xfrm rot="10800000" flipH="1">
                <a:off x="5449161" y="-598892"/>
                <a:ext cx="833100" cy="88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3" name="Google Shape;1403;p23"/>
              <p:cNvCxnSpPr>
                <a:stCxn id="1401" idx="2"/>
                <a:endCxn id="1383" idx="6"/>
              </p:cNvCxnSpPr>
              <p:nvPr/>
            </p:nvCxnSpPr>
            <p:spPr>
              <a:xfrm rot="10800000" flipH="1">
                <a:off x="6364402" y="-1116735"/>
                <a:ext cx="873000" cy="490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4" name="Google Shape;1404;p23"/>
              <p:cNvCxnSpPr>
                <a:stCxn id="1401" idx="0"/>
                <a:endCxn id="1382" idx="4"/>
              </p:cNvCxnSpPr>
              <p:nvPr/>
            </p:nvCxnSpPr>
            <p:spPr>
              <a:xfrm>
                <a:off x="6336802" y="-571335"/>
                <a:ext cx="45000" cy="48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5" name="Google Shape;1405;p23"/>
              <p:cNvCxnSpPr>
                <a:stCxn id="1401" idx="1"/>
                <a:endCxn id="1384" idx="5"/>
              </p:cNvCxnSpPr>
              <p:nvPr/>
            </p:nvCxnSpPr>
            <p:spPr>
              <a:xfrm>
                <a:off x="6361911" y="-592919"/>
                <a:ext cx="1656600" cy="465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06" name="Google Shape;1406;p23"/>
              <p:cNvSpPr/>
              <p:nvPr/>
            </p:nvSpPr>
            <p:spPr>
              <a:xfrm rot="9698973">
                <a:off x="7912582" y="-1816833"/>
                <a:ext cx="128642" cy="128642"/>
              </a:xfrm>
              <a:prstGeom prst="ellipse">
                <a:avLst/>
              </a:prstGeom>
              <a:solidFill>
                <a:srgbClr val="86CF6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07" name="Google Shape;1407;p23"/>
              <p:cNvCxnSpPr>
                <a:stCxn id="1383" idx="2"/>
                <a:endCxn id="1406" idx="7"/>
              </p:cNvCxnSpPr>
              <p:nvPr/>
            </p:nvCxnSpPr>
            <p:spPr>
              <a:xfrm rot="10800000" flipH="1">
                <a:off x="7489640" y="-1694927"/>
                <a:ext cx="458400" cy="494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8" name="Google Shape;1408;p23"/>
              <p:cNvCxnSpPr>
                <a:stCxn id="1406" idx="3"/>
                <a:endCxn id="1381" idx="7"/>
              </p:cNvCxnSpPr>
              <p:nvPr/>
            </p:nvCxnSpPr>
            <p:spPr>
              <a:xfrm rot="10800000" flipH="1">
                <a:off x="8005753" y="-2236000"/>
                <a:ext cx="286200" cy="42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09" name="Google Shape;1409;p23"/>
              <p:cNvCxnSpPr>
                <a:stCxn id="1384" idx="4"/>
                <a:endCxn id="1406" idx="0"/>
              </p:cNvCxnSpPr>
              <p:nvPr/>
            </p:nvCxnSpPr>
            <p:spPr>
              <a:xfrm rot="10800000">
                <a:off x="7997070" y="-1691416"/>
                <a:ext cx="46500" cy="154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10" name="Google Shape;1410;p23"/>
              <p:cNvSpPr/>
              <p:nvPr/>
            </p:nvSpPr>
            <p:spPr>
              <a:xfrm rot="9700738">
                <a:off x="8739027" y="840659"/>
                <a:ext cx="238594" cy="238594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11" name="Google Shape;1411;p23"/>
              <p:cNvCxnSpPr>
                <a:stCxn id="1384" idx="0"/>
                <a:endCxn id="1410" idx="4"/>
              </p:cNvCxnSpPr>
              <p:nvPr/>
            </p:nvCxnSpPr>
            <p:spPr>
              <a:xfrm>
                <a:off x="8070570" y="-67216"/>
                <a:ext cx="750300" cy="91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12" name="Google Shape;1412;p23"/>
              <p:cNvCxnSpPr>
                <a:stCxn id="1385" idx="7"/>
                <a:endCxn id="1410" idx="3"/>
              </p:cNvCxnSpPr>
              <p:nvPr/>
            </p:nvCxnSpPr>
            <p:spPr>
              <a:xfrm flipH="1">
                <a:off x="8911773" y="244086"/>
                <a:ext cx="10800" cy="609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413" name="Google Shape;1413;p23"/>
            <p:cNvGrpSpPr/>
            <p:nvPr/>
          </p:nvGrpSpPr>
          <p:grpSpPr>
            <a:xfrm>
              <a:off x="4731484" y="3997585"/>
              <a:ext cx="4355179" cy="3513764"/>
              <a:chOff x="720009" y="3852908"/>
              <a:chExt cx="4355179" cy="3513764"/>
            </a:xfrm>
          </p:grpSpPr>
          <p:sp>
            <p:nvSpPr>
              <p:cNvPr id="1414" name="Google Shape;1414;p23"/>
              <p:cNvSpPr/>
              <p:nvPr/>
            </p:nvSpPr>
            <p:spPr>
              <a:xfrm rot="8759498">
                <a:off x="4842687" y="3890706"/>
                <a:ext cx="194703" cy="194703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5" name="Google Shape;1415;p23"/>
              <p:cNvSpPr/>
              <p:nvPr/>
            </p:nvSpPr>
            <p:spPr>
              <a:xfrm rot="8759498">
                <a:off x="2275964" y="6863806"/>
                <a:ext cx="194703" cy="194703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6" name="Google Shape;1416;p23"/>
              <p:cNvSpPr/>
              <p:nvPr/>
            </p:nvSpPr>
            <p:spPr>
              <a:xfrm rot="8760064">
                <a:off x="1605200" y="4894668"/>
                <a:ext cx="401304" cy="401304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7" name="Google Shape;1417;p23"/>
              <p:cNvSpPr/>
              <p:nvPr/>
            </p:nvSpPr>
            <p:spPr>
              <a:xfrm rot="8752287">
                <a:off x="3601108" y="6091497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8" name="Google Shape;1418;p23"/>
              <p:cNvSpPr/>
              <p:nvPr/>
            </p:nvSpPr>
            <p:spPr>
              <a:xfrm rot="8754177">
                <a:off x="4682827" y="4819876"/>
                <a:ext cx="210847" cy="210847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19" name="Google Shape;1419;p23"/>
              <p:cNvSpPr/>
              <p:nvPr/>
            </p:nvSpPr>
            <p:spPr>
              <a:xfrm rot="8752287">
                <a:off x="3494792" y="7210837"/>
                <a:ext cx="130469" cy="130469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0" name="Google Shape;1420;p23"/>
              <p:cNvSpPr/>
              <p:nvPr/>
            </p:nvSpPr>
            <p:spPr>
              <a:xfrm rot="8752287">
                <a:off x="3265787" y="4938959"/>
                <a:ext cx="130469" cy="130469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421" name="Google Shape;1421;p23"/>
              <p:cNvSpPr/>
              <p:nvPr/>
            </p:nvSpPr>
            <p:spPr>
              <a:xfrm rot="8754847">
                <a:off x="1467743" y="6207539"/>
                <a:ext cx="96354" cy="96354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22" name="Google Shape;1422;p23"/>
              <p:cNvCxnSpPr>
                <a:stCxn id="1419" idx="4"/>
                <a:endCxn id="1417" idx="0"/>
              </p:cNvCxnSpPr>
              <p:nvPr/>
            </p:nvCxnSpPr>
            <p:spPr>
              <a:xfrm rot="10800000" flipH="1">
                <a:off x="3523426" y="6210771"/>
                <a:ext cx="179400" cy="1011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3" name="Google Shape;1423;p23"/>
              <p:cNvCxnSpPr>
                <a:stCxn id="1414" idx="7"/>
                <a:endCxn id="1418" idx="3"/>
              </p:cNvCxnSpPr>
              <p:nvPr/>
            </p:nvCxnSpPr>
            <p:spPr>
              <a:xfrm flipH="1">
                <a:off x="4808077" y="4083623"/>
                <a:ext cx="113400" cy="738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4" name="Google Shape;1424;p23"/>
              <p:cNvCxnSpPr>
                <a:stCxn id="1418" idx="7"/>
                <a:endCxn id="1419" idx="2"/>
              </p:cNvCxnSpPr>
              <p:nvPr/>
            </p:nvCxnSpPr>
            <p:spPr>
              <a:xfrm flipH="1">
                <a:off x="3613910" y="5028820"/>
                <a:ext cx="1154400" cy="221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5" name="Google Shape;1425;p23"/>
              <p:cNvCxnSpPr>
                <a:stCxn id="1419" idx="6"/>
                <a:endCxn id="1415" idx="1"/>
              </p:cNvCxnSpPr>
              <p:nvPr/>
            </p:nvCxnSpPr>
            <p:spPr>
              <a:xfrm rot="10800000">
                <a:off x="2468926" y="6979671"/>
                <a:ext cx="1037100" cy="333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6" name="Google Shape;1426;p23"/>
              <p:cNvCxnSpPr>
                <a:stCxn id="1417" idx="7"/>
                <a:endCxn id="1415" idx="3"/>
              </p:cNvCxnSpPr>
              <p:nvPr/>
            </p:nvCxnSpPr>
            <p:spPr>
              <a:xfrm flipH="1">
                <a:off x="2391939" y="6220795"/>
                <a:ext cx="1262100" cy="644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7" name="Google Shape;1427;p23"/>
              <p:cNvCxnSpPr>
                <a:stCxn id="1414" idx="6"/>
                <a:endCxn id="1420" idx="2"/>
              </p:cNvCxnSpPr>
              <p:nvPr/>
            </p:nvCxnSpPr>
            <p:spPr>
              <a:xfrm flipH="1">
                <a:off x="3385138" y="4042508"/>
                <a:ext cx="1474200" cy="925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8" name="Google Shape;1428;p23"/>
              <p:cNvCxnSpPr>
                <a:stCxn id="1420" idx="0"/>
                <a:endCxn id="1417" idx="2"/>
              </p:cNvCxnSpPr>
              <p:nvPr/>
            </p:nvCxnSpPr>
            <p:spPr>
              <a:xfrm>
                <a:off x="3367622" y="5058194"/>
                <a:ext cx="352800" cy="106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29" name="Google Shape;1429;p23"/>
              <p:cNvCxnSpPr>
                <a:stCxn id="1420" idx="5"/>
                <a:endCxn id="1416" idx="1"/>
              </p:cNvCxnSpPr>
              <p:nvPr/>
            </p:nvCxnSpPr>
            <p:spPr>
              <a:xfrm flipH="1">
                <a:off x="2002758" y="4991890"/>
                <a:ext cx="1264200" cy="141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0" name="Google Shape;1430;p23"/>
              <p:cNvCxnSpPr>
                <a:stCxn id="1416" idx="0"/>
                <a:endCxn id="1417" idx="5"/>
              </p:cNvCxnSpPr>
              <p:nvPr/>
            </p:nvCxnSpPr>
            <p:spPr>
              <a:xfrm>
                <a:off x="1918052" y="5261670"/>
                <a:ext cx="1684200" cy="88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1" name="Google Shape;1431;p23"/>
              <p:cNvCxnSpPr>
                <a:stCxn id="1416" idx="7"/>
                <a:endCxn id="1421" idx="3"/>
              </p:cNvCxnSpPr>
              <p:nvPr/>
            </p:nvCxnSpPr>
            <p:spPr>
              <a:xfrm flipH="1">
                <a:off x="1525162" y="5292284"/>
                <a:ext cx="242400" cy="916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2" name="Google Shape;1432;p23"/>
              <p:cNvCxnSpPr>
                <a:stCxn id="1417" idx="6"/>
                <a:endCxn id="1421" idx="2"/>
              </p:cNvCxnSpPr>
              <p:nvPr/>
            </p:nvCxnSpPr>
            <p:spPr>
              <a:xfrm flipH="1">
                <a:off x="1555843" y="6193331"/>
                <a:ext cx="2056500" cy="35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3" name="Google Shape;1433;p23"/>
              <p:cNvCxnSpPr>
                <a:stCxn id="1421" idx="0"/>
                <a:endCxn id="1415" idx="4"/>
              </p:cNvCxnSpPr>
              <p:nvPr/>
            </p:nvCxnSpPr>
            <p:spPr>
              <a:xfrm>
                <a:off x="1542920" y="6295616"/>
                <a:ext cx="775800" cy="584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4" name="Google Shape;1434;p23"/>
              <p:cNvCxnSpPr>
                <a:stCxn id="1419" idx="5"/>
                <a:endCxn id="1421" idx="1"/>
              </p:cNvCxnSpPr>
              <p:nvPr/>
            </p:nvCxnSpPr>
            <p:spPr>
              <a:xfrm rot="10800000">
                <a:off x="1563363" y="6264768"/>
                <a:ext cx="1932600" cy="999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5" name="Google Shape;1435;p23"/>
              <p:cNvCxnSpPr>
                <a:stCxn id="1418" idx="6"/>
                <a:endCxn id="1421" idx="1"/>
              </p:cNvCxnSpPr>
              <p:nvPr/>
            </p:nvCxnSpPr>
            <p:spPr>
              <a:xfrm flipH="1">
                <a:off x="1563250" y="4984400"/>
                <a:ext cx="3137700" cy="1280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6" name="Google Shape;1436;p23"/>
              <p:cNvCxnSpPr>
                <a:stCxn id="1418" idx="5"/>
                <a:endCxn id="1420" idx="2"/>
              </p:cNvCxnSpPr>
              <p:nvPr/>
            </p:nvCxnSpPr>
            <p:spPr>
              <a:xfrm flipH="1">
                <a:off x="3385130" y="4905359"/>
                <a:ext cx="1299600" cy="62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37" name="Google Shape;1437;p23"/>
              <p:cNvCxnSpPr>
                <a:stCxn id="1415" idx="4"/>
                <a:endCxn id="1416" idx="7"/>
              </p:cNvCxnSpPr>
              <p:nvPr/>
            </p:nvCxnSpPr>
            <p:spPr>
              <a:xfrm rot="10800000">
                <a:off x="1767465" y="5292257"/>
                <a:ext cx="551400" cy="1588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38" name="Google Shape;1438;p23"/>
              <p:cNvSpPr/>
              <p:nvPr/>
            </p:nvSpPr>
            <p:spPr>
              <a:xfrm rot="8752287">
                <a:off x="745374" y="4876732"/>
                <a:ext cx="130469" cy="130469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39" name="Google Shape;1439;p23"/>
              <p:cNvCxnSpPr>
                <a:stCxn id="1421" idx="4"/>
                <a:endCxn id="1438" idx="7"/>
              </p:cNvCxnSpPr>
              <p:nvPr/>
            </p:nvCxnSpPr>
            <p:spPr>
              <a:xfrm rot="10800000">
                <a:off x="798320" y="5005916"/>
                <a:ext cx="690600" cy="1209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0" name="Google Shape;1440;p23"/>
              <p:cNvCxnSpPr>
                <a:stCxn id="1438" idx="1"/>
                <a:endCxn id="1416" idx="5"/>
              </p:cNvCxnSpPr>
              <p:nvPr/>
            </p:nvCxnSpPr>
            <p:spPr>
              <a:xfrm>
                <a:off x="874673" y="4954270"/>
                <a:ext cx="734100" cy="1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441" name="Google Shape;1441;p23"/>
              <p:cNvSpPr/>
              <p:nvPr/>
            </p:nvSpPr>
            <p:spPr>
              <a:xfrm rot="8759498">
                <a:off x="1785083" y="4514433"/>
                <a:ext cx="194703" cy="194703"/>
              </a:xfrm>
              <a:prstGeom prst="ellipse">
                <a:avLst/>
              </a:prstGeom>
              <a:solidFill>
                <a:srgbClr val="FFD96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cxnSp>
            <p:nvCxnSpPr>
              <p:cNvPr id="1442" name="Google Shape;1442;p23"/>
              <p:cNvCxnSpPr>
                <a:stCxn id="1438" idx="2"/>
                <a:endCxn id="1441" idx="5"/>
              </p:cNvCxnSpPr>
              <p:nvPr/>
            </p:nvCxnSpPr>
            <p:spPr>
              <a:xfrm rot="10800000" flipH="1">
                <a:off x="864609" y="4593367"/>
                <a:ext cx="922200" cy="312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3" name="Google Shape;1443;p23"/>
              <p:cNvCxnSpPr>
                <a:stCxn id="1441" idx="1"/>
                <a:endCxn id="1420" idx="5"/>
              </p:cNvCxnSpPr>
              <p:nvPr/>
            </p:nvCxnSpPr>
            <p:spPr>
              <a:xfrm>
                <a:off x="1977999" y="4630346"/>
                <a:ext cx="1289100" cy="361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44" name="Google Shape;1444;p23"/>
              <p:cNvCxnSpPr>
                <a:stCxn id="1441" idx="7"/>
                <a:endCxn id="1416" idx="3"/>
              </p:cNvCxnSpPr>
              <p:nvPr/>
            </p:nvCxnSpPr>
            <p:spPr>
              <a:xfrm flipH="1">
                <a:off x="1844072" y="4707350"/>
                <a:ext cx="19800" cy="191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●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○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ulish"/>
              <a:buChar char="■"/>
              <a:defRPr>
                <a:solidFill>
                  <a:schemeClr val="dk1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8" r:id="rId5"/>
    <p:sldLayoutId id="2147483660" r:id="rId6"/>
    <p:sldLayoutId id="2147483665" r:id="rId7"/>
    <p:sldLayoutId id="2147483668" r:id="rId8"/>
    <p:sldLayoutId id="214748366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27"/>
          <p:cNvSpPr txBox="1">
            <a:spLocks noGrp="1"/>
          </p:cNvSpPr>
          <p:nvPr>
            <p:ph type="ctrTitle"/>
          </p:nvPr>
        </p:nvSpPr>
        <p:spPr>
          <a:xfrm>
            <a:off x="800325" y="1468875"/>
            <a:ext cx="7543800" cy="173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 smtClean="0"/>
              <a:t>Network Programming</a:t>
            </a:r>
            <a:br>
              <a:rPr lang="en-US" sz="5400" dirty="0" smtClean="0"/>
            </a:br>
            <a:r>
              <a:rPr lang="en-US" sz="4800" dirty="0" smtClean="0">
                <a:solidFill>
                  <a:schemeClr val="accent2">
                    <a:lumMod val="50000"/>
                  </a:schemeClr>
                </a:solidFill>
              </a:rPr>
              <a:t>Tutorial 2</a:t>
            </a:r>
            <a:endParaRPr sz="5400" dirty="0">
              <a:solidFill>
                <a:schemeClr val="accent2">
                  <a:lumMod val="50000"/>
                </a:schemeClr>
              </a:solidFill>
            </a:endParaRPr>
          </a:p>
        </p:txBody>
      </p:sp>
      <p:grpSp>
        <p:nvGrpSpPr>
          <p:cNvPr id="1457" name="Google Shape;1457;p27"/>
          <p:cNvGrpSpPr/>
          <p:nvPr/>
        </p:nvGrpSpPr>
        <p:grpSpPr>
          <a:xfrm>
            <a:off x="5381216" y="943141"/>
            <a:ext cx="401329" cy="434127"/>
            <a:chOff x="8667225" y="681525"/>
            <a:chExt cx="298275" cy="322675"/>
          </a:xfrm>
        </p:grpSpPr>
        <p:sp>
          <p:nvSpPr>
            <p:cNvPr id="1458" name="Google Shape;1458;p27"/>
            <p:cNvSpPr/>
            <p:nvPr/>
          </p:nvSpPr>
          <p:spPr>
            <a:xfrm rot="10800000">
              <a:off x="8667225" y="82162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59" name="Google Shape;1459;p27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0" name="Google Shape;1460;p27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461" name="Google Shape;1461;p27"/>
          <p:cNvGrpSpPr/>
          <p:nvPr/>
        </p:nvGrpSpPr>
        <p:grpSpPr>
          <a:xfrm rot="-2214200">
            <a:off x="1270062" y="3832191"/>
            <a:ext cx="501360" cy="695474"/>
            <a:chOff x="140150" y="4340075"/>
            <a:chExt cx="406275" cy="563575"/>
          </a:xfrm>
        </p:grpSpPr>
        <p:sp>
          <p:nvSpPr>
            <p:cNvPr id="1462" name="Google Shape;1462;p27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3" name="Google Shape;1463;p27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4" name="Google Shape;1464;p27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465" name="Google Shape;1465;p27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Prepare your Phone and Scan</a:t>
            </a:r>
            <a:endParaRPr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098" y="1968423"/>
            <a:ext cx="1498257" cy="1508807"/>
          </a:xfrm>
          <a:prstGeom prst="rect">
            <a:avLst/>
          </a:prstGeom>
        </p:spPr>
      </p:pic>
      <p:grpSp>
        <p:nvGrpSpPr>
          <p:cNvPr id="12" name="Google Shape;6109;p59"/>
          <p:cNvGrpSpPr/>
          <p:nvPr/>
        </p:nvGrpSpPr>
        <p:grpSpPr>
          <a:xfrm>
            <a:off x="2548128" y="1392888"/>
            <a:ext cx="1719071" cy="2825544"/>
            <a:chOff x="3342725" y="2620775"/>
            <a:chExt cx="338775" cy="481825"/>
          </a:xfrm>
          <a:solidFill>
            <a:schemeClr val="accent2">
              <a:lumMod val="50000"/>
            </a:schemeClr>
          </a:solidFill>
        </p:grpSpPr>
        <p:sp>
          <p:nvSpPr>
            <p:cNvPr id="13" name="Google Shape;6110;p59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" name="Google Shape;6111;p59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" name="Google Shape;6112;p59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3" name="Google Shape;1743;p4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Multi-Threading</a:t>
            </a:r>
            <a:endParaRPr dirty="0"/>
          </a:p>
        </p:txBody>
      </p:sp>
      <p:sp>
        <p:nvSpPr>
          <p:cNvPr id="1745" name="Google Shape;1745;p40"/>
          <p:cNvSpPr txBox="1">
            <a:spLocks noGrp="1"/>
          </p:cNvSpPr>
          <p:nvPr>
            <p:ph type="title" idx="4294967295"/>
          </p:nvPr>
        </p:nvSpPr>
        <p:spPr>
          <a:xfrm>
            <a:off x="720000" y="1630656"/>
            <a:ext cx="287664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000" dirty="0">
                <a:latin typeface="Gill Sans"/>
              </a:rPr>
              <a:t>What is a thread?</a:t>
            </a:r>
            <a:endParaRPr lang="en-US" sz="2000" dirty="0">
              <a:latin typeface="Gill Sans"/>
            </a:endParaRPr>
          </a:p>
        </p:txBody>
      </p:sp>
      <p:sp>
        <p:nvSpPr>
          <p:cNvPr id="1746" name="Google Shape;1746;p40"/>
          <p:cNvSpPr txBox="1">
            <a:spLocks noGrp="1"/>
          </p:cNvSpPr>
          <p:nvPr>
            <p:ph type="title" idx="4294967295"/>
          </p:nvPr>
        </p:nvSpPr>
        <p:spPr>
          <a:xfrm>
            <a:off x="720000" y="3405626"/>
            <a:ext cx="3266784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en-US" sz="2000" dirty="0">
                <a:latin typeface="Gill Sans"/>
              </a:rPr>
              <a:t>What is a single-threaded program?</a:t>
            </a:r>
            <a:endParaRPr sz="2000" dirty="0"/>
          </a:p>
        </p:txBody>
      </p:sp>
      <p:sp>
        <p:nvSpPr>
          <p:cNvPr id="1747" name="Google Shape;1747;p40"/>
          <p:cNvSpPr txBox="1">
            <a:spLocks noGrp="1"/>
          </p:cNvSpPr>
          <p:nvPr>
            <p:ph type="title" idx="4294967295"/>
          </p:nvPr>
        </p:nvSpPr>
        <p:spPr>
          <a:xfrm>
            <a:off x="4635632" y="2584938"/>
            <a:ext cx="4374256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2000" dirty="0">
                <a:latin typeface="Gill Sans"/>
              </a:rPr>
              <a:t>What is a multi-threaded program then?</a:t>
            </a:r>
            <a:endParaRPr lang="en-US" sz="2000" dirty="0">
              <a:latin typeface="Gill Sans"/>
            </a:endParaRPr>
          </a:p>
        </p:txBody>
      </p:sp>
      <p:sp>
        <p:nvSpPr>
          <p:cNvPr id="1748" name="Google Shape;1748;p40"/>
          <p:cNvSpPr txBox="1">
            <a:spLocks noGrp="1"/>
          </p:cNvSpPr>
          <p:nvPr>
            <p:ph type="subTitle" idx="4294967295"/>
          </p:nvPr>
        </p:nvSpPr>
        <p:spPr>
          <a:xfrm>
            <a:off x="796200" y="3846332"/>
            <a:ext cx="296348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>
                <a:latin typeface="Gill Sans"/>
              </a:rPr>
              <a:t>A </a:t>
            </a:r>
            <a:r>
              <a:rPr lang="en-US" dirty="0">
                <a:latin typeface="Gill Sans"/>
              </a:rPr>
              <a:t>program consisting of one thread</a:t>
            </a:r>
            <a:endParaRPr lang="en-US" dirty="0">
              <a:latin typeface="Gill Sans"/>
            </a:endParaRPr>
          </a:p>
        </p:txBody>
      </p:sp>
      <p:sp>
        <p:nvSpPr>
          <p:cNvPr id="1750" name="Google Shape;1750;p40"/>
          <p:cNvSpPr txBox="1">
            <a:spLocks noGrp="1"/>
          </p:cNvSpPr>
          <p:nvPr>
            <p:ph type="subTitle" idx="4294967295"/>
          </p:nvPr>
        </p:nvSpPr>
        <p:spPr>
          <a:xfrm>
            <a:off x="4635632" y="3110754"/>
            <a:ext cx="377684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>
                <a:latin typeface="Gill Sans"/>
              </a:rPr>
              <a:t>A program consisting of multiple threads running in parallel</a:t>
            </a:r>
            <a:endParaRPr dirty="0"/>
          </a:p>
        </p:txBody>
      </p:sp>
      <p:sp>
        <p:nvSpPr>
          <p:cNvPr id="1751" name="Google Shape;1751;p40"/>
          <p:cNvSpPr txBox="1">
            <a:spLocks noGrp="1"/>
          </p:cNvSpPr>
          <p:nvPr>
            <p:ph type="subTitle" idx="4294967295"/>
          </p:nvPr>
        </p:nvSpPr>
        <p:spPr>
          <a:xfrm>
            <a:off x="796200" y="2099232"/>
            <a:ext cx="342223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Gill Sans"/>
              </a:rPr>
              <a:t>It’s the flow of execution of a sequence of instructions</a:t>
            </a:r>
            <a:endParaRPr lang="en-US" dirty="0">
              <a:latin typeface="Gill Sans"/>
            </a:endParaRPr>
          </a:p>
        </p:txBody>
      </p:sp>
      <p:sp>
        <p:nvSpPr>
          <p:cNvPr id="1753" name="Google Shape;1753;p40"/>
          <p:cNvSpPr/>
          <p:nvPr/>
        </p:nvSpPr>
        <p:spPr>
          <a:xfrm>
            <a:off x="796200" y="1422125"/>
            <a:ext cx="252300" cy="2523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4" name="Google Shape;1754;p40"/>
          <p:cNvSpPr/>
          <p:nvPr/>
        </p:nvSpPr>
        <p:spPr>
          <a:xfrm>
            <a:off x="796200" y="2860338"/>
            <a:ext cx="252300" cy="2523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5" name="Google Shape;1755;p40"/>
          <p:cNvSpPr/>
          <p:nvPr/>
        </p:nvSpPr>
        <p:spPr>
          <a:xfrm>
            <a:off x="4711832" y="2124760"/>
            <a:ext cx="252300" cy="2523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p43"/>
          <p:cNvSpPr/>
          <p:nvPr/>
        </p:nvSpPr>
        <p:spPr>
          <a:xfrm>
            <a:off x="3275225" y="1235749"/>
            <a:ext cx="572700" cy="5727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784" name="Google Shape;1784;p43"/>
          <p:cNvSpPr txBox="1"/>
          <p:nvPr/>
        </p:nvSpPr>
        <p:spPr>
          <a:xfrm>
            <a:off x="444070" y="986329"/>
            <a:ext cx="2516262" cy="1534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just"/>
            <a:r>
              <a:rPr lang="en-US" sz="1800" dirty="0" smtClean="0">
                <a:latin typeface="Gill Sans"/>
              </a:rPr>
              <a:t>When you first run the program, you are creating the very first thread called the </a:t>
            </a:r>
            <a:r>
              <a:rPr lang="en-US" sz="1800" i="1" dirty="0" smtClean="0">
                <a:solidFill>
                  <a:srgbClr val="FF0000"/>
                </a:solidFill>
                <a:latin typeface="Gill Sans"/>
              </a:rPr>
              <a:t>main thread</a:t>
            </a:r>
            <a:endParaRPr lang="en-US" sz="1800" dirty="0">
              <a:solidFill>
                <a:srgbClr val="FF0000"/>
              </a:solidFill>
              <a:latin typeface="Gill Sans"/>
            </a:endParaRPr>
          </a:p>
        </p:txBody>
      </p:sp>
      <p:sp>
        <p:nvSpPr>
          <p:cNvPr id="1785" name="Google Shape;1785;p43"/>
          <p:cNvSpPr txBox="1">
            <a:spLocks noGrp="1"/>
          </p:cNvSpPr>
          <p:nvPr>
            <p:ph type="title"/>
          </p:nvPr>
        </p:nvSpPr>
        <p:spPr>
          <a:xfrm>
            <a:off x="2208509" y="2405459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What should you Know?</a:t>
            </a:r>
            <a:endParaRPr dirty="0"/>
          </a:p>
        </p:txBody>
      </p:sp>
      <p:cxnSp>
        <p:nvCxnSpPr>
          <p:cNvPr id="1787" name="Google Shape;1787;p43"/>
          <p:cNvCxnSpPr>
            <a:endCxn id="1788" idx="2"/>
          </p:cNvCxnSpPr>
          <p:nvPr/>
        </p:nvCxnSpPr>
        <p:spPr>
          <a:xfrm rot="-5400000">
            <a:off x="4361000" y="1512586"/>
            <a:ext cx="470400" cy="4896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9" name="Google Shape;1789;p43"/>
          <p:cNvCxnSpPr>
            <a:endCxn id="1790" idx="2"/>
          </p:cNvCxnSpPr>
          <p:nvPr/>
        </p:nvCxnSpPr>
        <p:spPr>
          <a:xfrm rot="-5400000" flipH="1">
            <a:off x="4367600" y="3442419"/>
            <a:ext cx="395100" cy="4896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1" name="Google Shape;1791;p43"/>
          <p:cNvSpPr txBox="1"/>
          <p:nvPr/>
        </p:nvSpPr>
        <p:spPr>
          <a:xfrm>
            <a:off x="361123" y="3489669"/>
            <a:ext cx="2706300" cy="1077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just"/>
            <a:r>
              <a:rPr lang="en-US" sz="1800" dirty="0">
                <a:latin typeface="Gill Sans"/>
              </a:rPr>
              <a:t>All of the threads (</a:t>
            </a:r>
            <a:r>
              <a:rPr lang="en-US" sz="1800" i="1" dirty="0">
                <a:latin typeface="Gill Sans"/>
              </a:rPr>
              <a:t>main</a:t>
            </a:r>
            <a:r>
              <a:rPr lang="en-US" sz="1800" dirty="0">
                <a:latin typeface="Gill Sans"/>
              </a:rPr>
              <a:t> and started) share the same code and data</a:t>
            </a:r>
            <a:endParaRPr lang="en-US" sz="1800" dirty="0">
              <a:latin typeface="Gill Sans"/>
            </a:endParaRPr>
          </a:p>
        </p:txBody>
      </p:sp>
      <p:sp>
        <p:nvSpPr>
          <p:cNvPr id="1792" name="Google Shape;1792;p43"/>
          <p:cNvSpPr txBox="1"/>
          <p:nvPr/>
        </p:nvSpPr>
        <p:spPr>
          <a:xfrm>
            <a:off x="5710625" y="1041378"/>
            <a:ext cx="3046304" cy="1006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just"/>
            <a:r>
              <a:rPr lang="en-US" sz="1800" dirty="0">
                <a:latin typeface="Gill Sans"/>
              </a:rPr>
              <a:t>All of the program’s threads are started in the </a:t>
            </a:r>
            <a:r>
              <a:rPr lang="en-US" sz="1800" i="1" dirty="0">
                <a:solidFill>
                  <a:schemeClr val="accent1">
                    <a:lumMod val="75000"/>
                  </a:schemeClr>
                </a:solidFill>
                <a:latin typeface="Gill Sans"/>
              </a:rPr>
              <a:t>main thread</a:t>
            </a:r>
            <a:endParaRPr lang="en-US" sz="1800" dirty="0">
              <a:solidFill>
                <a:schemeClr val="accent1">
                  <a:lumMod val="75000"/>
                </a:schemeClr>
              </a:solidFill>
              <a:latin typeface="Gill Sans"/>
            </a:endParaRPr>
          </a:p>
        </p:txBody>
      </p:sp>
      <p:sp>
        <p:nvSpPr>
          <p:cNvPr id="1793" name="Google Shape;1793;p43"/>
          <p:cNvSpPr txBox="1"/>
          <p:nvPr/>
        </p:nvSpPr>
        <p:spPr>
          <a:xfrm>
            <a:off x="5600897" y="3391032"/>
            <a:ext cx="3156032" cy="1414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just"/>
            <a:r>
              <a:rPr lang="en-US" sz="1800" dirty="0">
                <a:latin typeface="Gill Sans"/>
              </a:rPr>
              <a:t>The </a:t>
            </a:r>
            <a:r>
              <a:rPr lang="en-US" sz="1800" i="1" dirty="0">
                <a:solidFill>
                  <a:schemeClr val="accent3">
                    <a:lumMod val="75000"/>
                  </a:schemeClr>
                </a:solidFill>
                <a:latin typeface="Gill Sans"/>
              </a:rPr>
              <a:t>main thread</a:t>
            </a:r>
            <a:r>
              <a:rPr lang="en-US" sz="1800" dirty="0">
                <a:solidFill>
                  <a:schemeClr val="accent3">
                    <a:lumMod val="75000"/>
                  </a:schemeClr>
                </a:solidFill>
                <a:latin typeface="Gill Sans"/>
              </a:rPr>
              <a:t> </a:t>
            </a:r>
            <a:r>
              <a:rPr lang="en-US" sz="1800" dirty="0">
                <a:latin typeface="Gill Sans"/>
              </a:rPr>
              <a:t>can wait for the threads to complete execution before </a:t>
            </a:r>
            <a:r>
              <a:rPr lang="en-US" sz="1800" dirty="0" smtClean="0">
                <a:latin typeface="Gill Sans"/>
              </a:rPr>
              <a:t>terminating or </a:t>
            </a:r>
            <a:r>
              <a:rPr lang="en-US" sz="1800" dirty="0">
                <a:latin typeface="Gill Sans"/>
              </a:rPr>
              <a:t>can directly terminate.</a:t>
            </a:r>
            <a:endParaRPr lang="en-US" sz="1800" dirty="0">
              <a:latin typeface="Gill Sans"/>
            </a:endParaRPr>
          </a:p>
        </p:txBody>
      </p:sp>
      <p:cxnSp>
        <p:nvCxnSpPr>
          <p:cNvPr id="1794" name="Google Shape;1794;p43"/>
          <p:cNvCxnSpPr>
            <a:endCxn id="1783" idx="6"/>
          </p:cNvCxnSpPr>
          <p:nvPr/>
        </p:nvCxnSpPr>
        <p:spPr>
          <a:xfrm rot="5400000" flipH="1">
            <a:off x="3864500" y="1505686"/>
            <a:ext cx="470400" cy="5034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5" name="Google Shape;1795;p43"/>
          <p:cNvCxnSpPr>
            <a:endCxn id="1796" idx="6"/>
          </p:cNvCxnSpPr>
          <p:nvPr/>
        </p:nvCxnSpPr>
        <p:spPr>
          <a:xfrm rot="5400000">
            <a:off x="3871100" y="3435519"/>
            <a:ext cx="395100" cy="5034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88" name="Google Shape;1788;p43"/>
          <p:cNvSpPr/>
          <p:nvPr/>
        </p:nvSpPr>
        <p:spPr>
          <a:xfrm>
            <a:off x="4841000" y="1235749"/>
            <a:ext cx="572700" cy="5727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796" name="Google Shape;1796;p43"/>
          <p:cNvSpPr/>
          <p:nvPr/>
        </p:nvSpPr>
        <p:spPr>
          <a:xfrm>
            <a:off x="3244175" y="3598457"/>
            <a:ext cx="572700" cy="572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790" name="Google Shape;1790;p43"/>
          <p:cNvSpPr/>
          <p:nvPr/>
        </p:nvSpPr>
        <p:spPr>
          <a:xfrm>
            <a:off x="4809950" y="3598457"/>
            <a:ext cx="572700" cy="572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802" name="Google Shape;1802;p43"/>
          <p:cNvSpPr txBox="1"/>
          <p:nvPr/>
        </p:nvSpPr>
        <p:spPr>
          <a:xfrm>
            <a:off x="3244175" y="1354411"/>
            <a:ext cx="6348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1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803" name="Google Shape;1803;p43"/>
          <p:cNvSpPr txBox="1"/>
          <p:nvPr/>
        </p:nvSpPr>
        <p:spPr>
          <a:xfrm>
            <a:off x="4809950" y="1354411"/>
            <a:ext cx="6348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2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804" name="Google Shape;1804;p43"/>
          <p:cNvSpPr txBox="1"/>
          <p:nvPr/>
        </p:nvSpPr>
        <p:spPr>
          <a:xfrm>
            <a:off x="3213125" y="3717119"/>
            <a:ext cx="6348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3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  <p:sp>
        <p:nvSpPr>
          <p:cNvPr id="1805" name="Google Shape;1805;p43"/>
          <p:cNvSpPr txBox="1"/>
          <p:nvPr/>
        </p:nvSpPr>
        <p:spPr>
          <a:xfrm>
            <a:off x="4778900" y="3717119"/>
            <a:ext cx="6348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4</a:t>
            </a:r>
            <a:endParaRPr>
              <a:solidFill>
                <a:schemeClr val="dk1"/>
              </a:solidFill>
              <a:latin typeface="Mulish"/>
              <a:ea typeface="Mulish"/>
              <a:cs typeface="Mulish"/>
              <a:sym typeface="Mulish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4" grpId="0"/>
      <p:bldP spid="1791" grpId="0"/>
      <p:bldP spid="1792" grpId="0"/>
      <p:bldP spid="179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31"/>
          <p:cNvSpPr txBox="1">
            <a:spLocks noGrp="1"/>
          </p:cNvSpPr>
          <p:nvPr>
            <p:ph type="title"/>
          </p:nvPr>
        </p:nvSpPr>
        <p:spPr>
          <a:xfrm>
            <a:off x="1463100" y="2046250"/>
            <a:ext cx="6217800" cy="16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Muli-threading in Python</a:t>
            </a:r>
            <a:endParaRPr dirty="0"/>
          </a:p>
        </p:txBody>
      </p:sp>
      <p:grpSp>
        <p:nvGrpSpPr>
          <p:cNvPr id="1507" name="Google Shape;1507;p31"/>
          <p:cNvGrpSpPr/>
          <p:nvPr/>
        </p:nvGrpSpPr>
        <p:grpSpPr>
          <a:xfrm rot="6922716">
            <a:off x="7561124" y="746898"/>
            <a:ext cx="435969" cy="322677"/>
            <a:chOff x="8529533" y="681525"/>
            <a:chExt cx="435967" cy="322675"/>
          </a:xfrm>
        </p:grpSpPr>
        <p:sp>
          <p:nvSpPr>
            <p:cNvPr id="1508" name="Google Shape;1508;p31"/>
            <p:cNvSpPr/>
            <p:nvPr/>
          </p:nvSpPr>
          <p:spPr>
            <a:xfrm rot="10800000">
              <a:off x="8529533" y="886943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09" name="Google Shape;1509;p31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0" name="Google Shape;1510;p31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11" name="Google Shape;1511;p31"/>
          <p:cNvGrpSpPr/>
          <p:nvPr/>
        </p:nvGrpSpPr>
        <p:grpSpPr>
          <a:xfrm>
            <a:off x="970225" y="3797250"/>
            <a:ext cx="406275" cy="563575"/>
            <a:chOff x="140150" y="4340075"/>
            <a:chExt cx="406275" cy="563575"/>
          </a:xfrm>
        </p:grpSpPr>
        <p:sp>
          <p:nvSpPr>
            <p:cNvPr id="1512" name="Google Shape;1512;p31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3" name="Google Shape;1513;p31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4" name="Google Shape;1514;p31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5" name="Google Shape;1515;p31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29"/>
          <p:cNvSpPr txBox="1">
            <a:spLocks noGrp="1"/>
          </p:cNvSpPr>
          <p:nvPr>
            <p:ph type="subTitle" idx="13"/>
          </p:nvPr>
        </p:nvSpPr>
        <p:spPr>
          <a:xfrm>
            <a:off x="5098639" y="1424027"/>
            <a:ext cx="3643025" cy="96585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800" b="0" dirty="0">
                <a:latin typeface="Gill Sans"/>
              </a:rPr>
              <a:t>To create a thread, use the </a:t>
            </a:r>
            <a:r>
              <a:rPr lang="en-US" sz="1800" b="0" i="1" dirty="0">
                <a:solidFill>
                  <a:schemeClr val="accent3">
                    <a:lumMod val="75000"/>
                  </a:schemeClr>
                </a:solidFill>
                <a:latin typeface="Gill Sans"/>
              </a:rPr>
              <a:t>Thread</a:t>
            </a:r>
            <a:r>
              <a:rPr lang="en-US" sz="1800" b="0" i="1" dirty="0">
                <a:latin typeface="Gill Sans"/>
              </a:rPr>
              <a:t>  </a:t>
            </a:r>
            <a:r>
              <a:rPr lang="en-US" sz="1800" b="0" dirty="0">
                <a:solidFill>
                  <a:schemeClr val="accent3">
                    <a:lumMod val="75000"/>
                  </a:schemeClr>
                </a:solidFill>
                <a:latin typeface="Gill Sans"/>
              </a:rPr>
              <a:t>function</a:t>
            </a:r>
            <a:r>
              <a:rPr lang="en-US" sz="1800" b="0" dirty="0">
                <a:latin typeface="Gill Sans"/>
              </a:rPr>
              <a:t>: </a:t>
            </a:r>
            <a:endParaRPr lang="en-US" sz="1800" b="0" dirty="0" smtClean="0">
              <a:latin typeface="Gill Sans"/>
            </a:endParaRPr>
          </a:p>
          <a:p>
            <a:pPr>
              <a:lnSpc>
                <a:spcPct val="100000"/>
              </a:lnSpc>
            </a:pPr>
            <a:r>
              <a:rPr lang="en-US" sz="1800" b="0" dirty="0" smtClean="0">
                <a:solidFill>
                  <a:schemeClr val="accent2">
                    <a:lumMod val="75000"/>
                  </a:schemeClr>
                </a:solidFill>
                <a:latin typeface="Gill Sans"/>
              </a:rPr>
              <a:t>t=</a:t>
            </a:r>
            <a:r>
              <a:rPr lang="en-US" sz="1800" b="0" dirty="0" err="1" smtClean="0">
                <a:solidFill>
                  <a:schemeClr val="accent2">
                    <a:lumMod val="75000"/>
                  </a:schemeClr>
                </a:solidFill>
                <a:latin typeface="Gill Sans"/>
              </a:rPr>
              <a:t>threading.Thread</a:t>
            </a:r>
            <a:r>
              <a:rPr lang="en-US" sz="1800" b="0" dirty="0" smtClean="0">
                <a:solidFill>
                  <a:schemeClr val="accent2">
                    <a:lumMod val="75000"/>
                  </a:schemeClr>
                </a:solidFill>
                <a:latin typeface="Gill Sans"/>
              </a:rPr>
              <a:t>(target, </a:t>
            </a:r>
            <a:r>
              <a:rPr lang="en-US" sz="1800" b="0" dirty="0" err="1" smtClean="0">
                <a:solidFill>
                  <a:schemeClr val="accent2">
                    <a:lumMod val="75000"/>
                  </a:schemeClr>
                </a:solidFill>
                <a:latin typeface="Gill Sans"/>
              </a:rPr>
              <a:t>args</a:t>
            </a: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latin typeface="Gill Sans"/>
              </a:rPr>
              <a:t>)</a:t>
            </a:r>
            <a:endParaRPr lang="en-US" sz="1800" b="0" dirty="0">
              <a:solidFill>
                <a:schemeClr val="accent2">
                  <a:lumMod val="75000"/>
                </a:schemeClr>
              </a:solidFill>
              <a:latin typeface="Gill Sans"/>
            </a:endParaRPr>
          </a:p>
        </p:txBody>
      </p:sp>
      <p:sp>
        <p:nvSpPr>
          <p:cNvPr id="1481" name="Google Shape;1481;p29"/>
          <p:cNvSpPr txBox="1">
            <a:spLocks noGrp="1"/>
          </p:cNvSpPr>
          <p:nvPr>
            <p:ph type="title" idx="5"/>
          </p:nvPr>
        </p:nvSpPr>
        <p:spPr>
          <a:xfrm>
            <a:off x="355889" y="1350377"/>
            <a:ext cx="816600" cy="7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75000"/>
                  </a:schemeClr>
                </a:solidFill>
              </a:rPr>
              <a:t>01</a:t>
            </a:r>
            <a:endParaRPr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82" name="Google Shape;1482;p29"/>
          <p:cNvSpPr txBox="1">
            <a:spLocks noGrp="1"/>
          </p:cNvSpPr>
          <p:nvPr>
            <p:ph type="subTitle" idx="9"/>
          </p:nvPr>
        </p:nvSpPr>
        <p:spPr>
          <a:xfrm>
            <a:off x="1213917" y="1288427"/>
            <a:ext cx="2660797" cy="9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US" sz="1800" b="0" dirty="0" smtClean="0">
                <a:latin typeface="Gill Sans"/>
              </a:rPr>
              <a:t>You </a:t>
            </a:r>
            <a:r>
              <a:rPr lang="en-US" sz="1800" b="0" dirty="0">
                <a:latin typeface="Gill Sans"/>
              </a:rPr>
              <a:t>need the </a:t>
            </a:r>
            <a:r>
              <a:rPr lang="en-US" sz="1800" b="0" i="1" dirty="0">
                <a:solidFill>
                  <a:schemeClr val="accent3">
                    <a:lumMod val="75000"/>
                  </a:schemeClr>
                </a:solidFill>
                <a:latin typeface="Gill Sans"/>
              </a:rPr>
              <a:t>threading</a:t>
            </a:r>
            <a:r>
              <a:rPr lang="en-US" sz="1800" b="0" dirty="0">
                <a:latin typeface="Gill Sans"/>
              </a:rPr>
              <a:t> </a:t>
            </a:r>
            <a:r>
              <a:rPr lang="en-US" sz="1800" b="0" dirty="0">
                <a:solidFill>
                  <a:schemeClr val="accent3">
                    <a:lumMod val="75000"/>
                  </a:schemeClr>
                </a:solidFill>
                <a:latin typeface="Gill Sans"/>
              </a:rPr>
              <a:t>library: </a:t>
            </a: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latin typeface="Gill Sans"/>
              </a:rPr>
              <a:t>import threading</a:t>
            </a:r>
            <a:endParaRPr sz="1800" b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83" name="Google Shape;1483;p29"/>
          <p:cNvSpPr txBox="1">
            <a:spLocks noGrp="1"/>
          </p:cNvSpPr>
          <p:nvPr>
            <p:ph type="subTitle" idx="15"/>
          </p:nvPr>
        </p:nvSpPr>
        <p:spPr>
          <a:xfrm>
            <a:off x="4879182" y="2598629"/>
            <a:ext cx="3643025" cy="14472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Gill Sans"/>
              </a:rPr>
              <a:t>If you want the </a:t>
            </a:r>
            <a:r>
              <a:rPr lang="en-US" sz="1800" b="0" i="1" dirty="0">
                <a:latin typeface="Gill Sans"/>
              </a:rPr>
              <a:t>main thread</a:t>
            </a:r>
            <a:r>
              <a:rPr lang="en-US" sz="1800" b="0" dirty="0">
                <a:latin typeface="Gill Sans"/>
              </a:rPr>
              <a:t>  to wait for the created to finish execution, use the </a:t>
            </a:r>
            <a:r>
              <a:rPr lang="en-US" sz="1800" b="0" i="1" dirty="0">
                <a:solidFill>
                  <a:schemeClr val="accent3">
                    <a:lumMod val="75000"/>
                  </a:schemeClr>
                </a:solidFill>
                <a:latin typeface="Gill Sans"/>
              </a:rPr>
              <a:t>join </a:t>
            </a:r>
            <a:r>
              <a:rPr lang="en-US" sz="1800" b="0" dirty="0">
                <a:solidFill>
                  <a:schemeClr val="accent3">
                    <a:lumMod val="75000"/>
                  </a:schemeClr>
                </a:solidFill>
                <a:latin typeface="Gill Sans"/>
              </a:rPr>
              <a:t>function: </a:t>
            </a:r>
            <a:endParaRPr lang="en-US" sz="1800" b="0" dirty="0" smtClean="0">
              <a:solidFill>
                <a:schemeClr val="accent3">
                  <a:lumMod val="75000"/>
                </a:schemeClr>
              </a:solidFill>
              <a:latin typeface="Gill Sans"/>
            </a:endParaRPr>
          </a:p>
          <a:p>
            <a:pPr algn="ctr">
              <a:lnSpc>
                <a:spcPct val="100000"/>
              </a:lnSpc>
            </a:pPr>
            <a:r>
              <a:rPr lang="en-US" sz="1800" b="0" dirty="0" err="1" smtClean="0">
                <a:solidFill>
                  <a:schemeClr val="accent2">
                    <a:lumMod val="50000"/>
                  </a:schemeClr>
                </a:solidFill>
                <a:latin typeface="Gill Sans"/>
              </a:rPr>
              <a:t>t.join</a:t>
            </a:r>
            <a:r>
              <a:rPr lang="en-US" sz="1800" b="0" dirty="0">
                <a:solidFill>
                  <a:schemeClr val="accent2">
                    <a:lumMod val="50000"/>
                  </a:schemeClr>
                </a:solidFill>
                <a:latin typeface="Gill Sans"/>
              </a:rPr>
              <a:t>()</a:t>
            </a:r>
            <a:endParaRPr lang="en-US" sz="1800" b="0" dirty="0">
              <a:solidFill>
                <a:schemeClr val="accent2">
                  <a:lumMod val="50000"/>
                </a:schemeClr>
              </a:solidFill>
              <a:latin typeface="Gill Sans"/>
            </a:endParaRPr>
          </a:p>
        </p:txBody>
      </p:sp>
      <p:sp>
        <p:nvSpPr>
          <p:cNvPr id="1484" name="Google Shape;1484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Multi-threading in Python</a:t>
            </a:r>
            <a:endParaRPr dirty="0"/>
          </a:p>
        </p:txBody>
      </p:sp>
      <p:sp>
        <p:nvSpPr>
          <p:cNvPr id="1489" name="Google Shape;1489;p29"/>
          <p:cNvSpPr txBox="1">
            <a:spLocks noGrp="1"/>
          </p:cNvSpPr>
          <p:nvPr>
            <p:ph type="title" idx="6"/>
          </p:nvPr>
        </p:nvSpPr>
        <p:spPr>
          <a:xfrm>
            <a:off x="355889" y="2427940"/>
            <a:ext cx="816600" cy="7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75000"/>
                  </a:schemeClr>
                </a:solidFill>
              </a:rPr>
              <a:t>03</a:t>
            </a:r>
            <a:endParaRPr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90" name="Google Shape;1490;p29"/>
          <p:cNvSpPr txBox="1">
            <a:spLocks noGrp="1"/>
          </p:cNvSpPr>
          <p:nvPr>
            <p:ph type="title" idx="7"/>
          </p:nvPr>
        </p:nvSpPr>
        <p:spPr>
          <a:xfrm>
            <a:off x="4282689" y="1350377"/>
            <a:ext cx="816600" cy="7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75000"/>
                  </a:schemeClr>
                </a:solidFill>
              </a:rPr>
              <a:t>02</a:t>
            </a:r>
            <a:endParaRPr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91" name="Google Shape;1491;p29"/>
          <p:cNvSpPr txBox="1">
            <a:spLocks noGrp="1"/>
          </p:cNvSpPr>
          <p:nvPr>
            <p:ph type="title" idx="8"/>
          </p:nvPr>
        </p:nvSpPr>
        <p:spPr>
          <a:xfrm>
            <a:off x="4282689" y="2427940"/>
            <a:ext cx="816600" cy="78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tx2">
                    <a:lumMod val="75000"/>
                  </a:schemeClr>
                </a:solidFill>
              </a:rPr>
              <a:t>04</a:t>
            </a:r>
            <a:endParaRPr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492" name="Google Shape;1492;p29"/>
          <p:cNvSpPr txBox="1">
            <a:spLocks noGrp="1"/>
          </p:cNvSpPr>
          <p:nvPr>
            <p:ph type="subTitle" idx="14"/>
          </p:nvPr>
        </p:nvSpPr>
        <p:spPr>
          <a:xfrm>
            <a:off x="1036289" y="2598629"/>
            <a:ext cx="2838426" cy="90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Gill Sans"/>
              </a:rPr>
              <a:t>R</a:t>
            </a:r>
            <a:r>
              <a:rPr lang="en-US" sz="1800" b="0" dirty="0" smtClean="0">
                <a:latin typeface="Gill Sans"/>
              </a:rPr>
              <a:t>un </a:t>
            </a:r>
            <a:r>
              <a:rPr lang="en-US" sz="1800" b="0" dirty="0">
                <a:latin typeface="Gill Sans"/>
              </a:rPr>
              <a:t>the thread using the </a:t>
            </a:r>
            <a:r>
              <a:rPr lang="en-US" sz="1800" b="0" i="1" dirty="0">
                <a:solidFill>
                  <a:schemeClr val="accent3">
                    <a:lumMod val="75000"/>
                  </a:schemeClr>
                </a:solidFill>
                <a:latin typeface="Gill Sans"/>
              </a:rPr>
              <a:t>start</a:t>
            </a:r>
            <a:r>
              <a:rPr lang="en-US" sz="1800" b="0" i="1" dirty="0">
                <a:latin typeface="Gill Sans"/>
              </a:rPr>
              <a:t>  </a:t>
            </a:r>
            <a:r>
              <a:rPr lang="en-US" sz="1800" b="0" dirty="0">
                <a:solidFill>
                  <a:schemeClr val="accent3">
                    <a:lumMod val="75000"/>
                  </a:schemeClr>
                </a:solidFill>
                <a:latin typeface="Gill Sans"/>
              </a:rPr>
              <a:t>function</a:t>
            </a:r>
            <a:r>
              <a:rPr lang="en-US" sz="1800" b="0" dirty="0">
                <a:latin typeface="Gill Sans"/>
              </a:rPr>
              <a:t>: </a:t>
            </a:r>
            <a:endParaRPr lang="en-US" sz="1800" b="0" dirty="0" smtClean="0">
              <a:latin typeface="Gill Sans"/>
            </a:endParaRPr>
          </a:p>
          <a:p>
            <a:pPr algn="ctr">
              <a:lnSpc>
                <a:spcPct val="100000"/>
              </a:lnSpc>
            </a:pPr>
            <a:r>
              <a:rPr lang="en-US" sz="1800" b="0" dirty="0" err="1" smtClean="0">
                <a:solidFill>
                  <a:schemeClr val="accent2">
                    <a:lumMod val="75000"/>
                  </a:schemeClr>
                </a:solidFill>
                <a:latin typeface="Gill Sans"/>
              </a:rPr>
              <a:t>t.start</a:t>
            </a:r>
            <a:r>
              <a:rPr lang="en-US" sz="1800" b="0" dirty="0">
                <a:solidFill>
                  <a:schemeClr val="accent2">
                    <a:lumMod val="75000"/>
                  </a:schemeClr>
                </a:solidFill>
                <a:latin typeface="Gill Sans"/>
              </a:rPr>
              <a:t>()</a:t>
            </a:r>
            <a:endParaRPr lang="en-US" sz="1800" b="0" dirty="0">
              <a:solidFill>
                <a:schemeClr val="accent2">
                  <a:lumMod val="75000"/>
                </a:schemeClr>
              </a:solidFill>
              <a:latin typeface="Gill Sans"/>
            </a:endParaRPr>
          </a:p>
        </p:txBody>
      </p:sp>
      <p:sp>
        <p:nvSpPr>
          <p:cNvPr id="19" name="Google Shape;1483;p29"/>
          <p:cNvSpPr txBox="1">
            <a:spLocks noGrp="1"/>
          </p:cNvSpPr>
          <p:nvPr>
            <p:ph type="subTitle" idx="15"/>
          </p:nvPr>
        </p:nvSpPr>
        <p:spPr>
          <a:xfrm>
            <a:off x="1056359" y="3492931"/>
            <a:ext cx="4234969" cy="144722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dirty="0">
                <a:latin typeface="Gill Sans"/>
              </a:rPr>
              <a:t>If you want to know how many threads are running (main and created), use the </a:t>
            </a:r>
            <a:r>
              <a:rPr lang="en-US" sz="1800" b="0" i="1" dirty="0" err="1">
                <a:solidFill>
                  <a:schemeClr val="accent3">
                    <a:lumMod val="75000"/>
                  </a:schemeClr>
                </a:solidFill>
                <a:latin typeface="Gill Sans"/>
              </a:rPr>
              <a:t>activeCount</a:t>
            </a:r>
            <a:r>
              <a:rPr lang="en-US" sz="1800" b="0" dirty="0">
                <a:solidFill>
                  <a:schemeClr val="accent3">
                    <a:lumMod val="75000"/>
                  </a:schemeClr>
                </a:solidFill>
                <a:latin typeface="Gill Sans"/>
              </a:rPr>
              <a:t>  function: </a:t>
            </a:r>
            <a:r>
              <a:rPr lang="en-US" sz="1800" b="0" dirty="0" err="1">
                <a:solidFill>
                  <a:schemeClr val="accent2">
                    <a:lumMod val="75000"/>
                  </a:schemeClr>
                </a:solidFill>
                <a:latin typeface="Gill Sans"/>
              </a:rPr>
              <a:t>threading.activeCount</a:t>
            </a:r>
            <a:r>
              <a:rPr lang="en-US" sz="1800" b="0" dirty="0" smtClean="0">
                <a:solidFill>
                  <a:schemeClr val="accent2">
                    <a:lumMod val="75000"/>
                  </a:schemeClr>
                </a:solidFill>
                <a:latin typeface="Gill Sans"/>
              </a:rPr>
              <a:t>()</a:t>
            </a:r>
            <a:endParaRPr lang="en-US" sz="1800" b="0" dirty="0">
              <a:solidFill>
                <a:schemeClr val="accent2">
                  <a:lumMod val="75000"/>
                </a:schemeClr>
              </a:solidFill>
              <a:latin typeface="Gill Sans"/>
            </a:endParaRPr>
          </a:p>
        </p:txBody>
      </p:sp>
      <p:sp>
        <p:nvSpPr>
          <p:cNvPr id="20" name="Google Shape;1491;p29"/>
          <p:cNvSpPr txBox="1">
            <a:spLocks/>
          </p:cNvSpPr>
          <p:nvPr/>
        </p:nvSpPr>
        <p:spPr>
          <a:xfrm>
            <a:off x="340176" y="3602542"/>
            <a:ext cx="816600" cy="7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"/>
              <a:buNone/>
              <a:defRPr sz="3000" b="1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r>
              <a:rPr lang="en" dirty="0" smtClean="0">
                <a:solidFill>
                  <a:schemeClr val="tx2">
                    <a:lumMod val="75000"/>
                  </a:schemeClr>
                </a:solidFill>
              </a:rPr>
              <a:t>05</a:t>
            </a:r>
            <a:endParaRPr lang="en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88735" y="4254607"/>
            <a:ext cx="241401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tx2">
                    <a:lumMod val="75000"/>
                  </a:schemeClr>
                </a:solidFill>
                <a:latin typeface="Gill Sans"/>
              </a:rPr>
              <a:t>Note: There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Gill Sans"/>
              </a:rPr>
              <a:t>are many other functions you can lookup for online.</a:t>
            </a:r>
            <a:endParaRPr lang="en-US" dirty="0">
              <a:solidFill>
                <a:schemeClr val="tx2">
                  <a:lumMod val="75000"/>
                </a:schemeClr>
              </a:solidFill>
              <a:latin typeface="Gill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0" grpId="0" build="p"/>
      <p:bldP spid="1482" grpId="0" build="p"/>
      <p:bldP spid="1483" grpId="0" build="p"/>
      <p:bldP spid="1492" grpId="0" build="p"/>
      <p:bldP spid="19" grpId="0" build="p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31"/>
          <p:cNvSpPr txBox="1">
            <a:spLocks noGrp="1"/>
          </p:cNvSpPr>
          <p:nvPr>
            <p:ph type="title"/>
          </p:nvPr>
        </p:nvSpPr>
        <p:spPr>
          <a:xfrm>
            <a:off x="1448274" y="655236"/>
            <a:ext cx="6217800" cy="16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0" dirty="0" smtClean="0"/>
              <a:t>Let’s Code </a:t>
            </a:r>
            <a:endParaRPr sz="8000" dirty="0"/>
          </a:p>
        </p:txBody>
      </p:sp>
      <p:grpSp>
        <p:nvGrpSpPr>
          <p:cNvPr id="1507" name="Google Shape;1507;p31"/>
          <p:cNvGrpSpPr/>
          <p:nvPr/>
        </p:nvGrpSpPr>
        <p:grpSpPr>
          <a:xfrm rot="6922716">
            <a:off x="7561124" y="746898"/>
            <a:ext cx="435969" cy="322677"/>
            <a:chOff x="8529533" y="681525"/>
            <a:chExt cx="435967" cy="322675"/>
          </a:xfrm>
        </p:grpSpPr>
        <p:sp>
          <p:nvSpPr>
            <p:cNvPr id="1508" name="Google Shape;1508;p31"/>
            <p:cNvSpPr/>
            <p:nvPr/>
          </p:nvSpPr>
          <p:spPr>
            <a:xfrm rot="10800000">
              <a:off x="8529533" y="886943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09" name="Google Shape;1509;p31"/>
            <p:cNvSpPr/>
            <p:nvPr/>
          </p:nvSpPr>
          <p:spPr>
            <a:xfrm rot="10800000">
              <a:off x="8825400" y="681525"/>
              <a:ext cx="140100" cy="14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0" name="Google Shape;1510;p31"/>
            <p:cNvSpPr/>
            <p:nvPr/>
          </p:nvSpPr>
          <p:spPr>
            <a:xfrm rot="10800000">
              <a:off x="8869800" y="95290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511" name="Google Shape;1511;p31"/>
          <p:cNvGrpSpPr/>
          <p:nvPr/>
        </p:nvGrpSpPr>
        <p:grpSpPr>
          <a:xfrm>
            <a:off x="970225" y="3797250"/>
            <a:ext cx="406275" cy="563575"/>
            <a:chOff x="140150" y="4340075"/>
            <a:chExt cx="406275" cy="563575"/>
          </a:xfrm>
        </p:grpSpPr>
        <p:sp>
          <p:nvSpPr>
            <p:cNvPr id="1512" name="Google Shape;1512;p31"/>
            <p:cNvSpPr/>
            <p:nvPr/>
          </p:nvSpPr>
          <p:spPr>
            <a:xfrm rot="10800000">
              <a:off x="140150" y="4340075"/>
              <a:ext cx="86700" cy="86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3" name="Google Shape;1513;p31"/>
            <p:cNvSpPr/>
            <p:nvPr/>
          </p:nvSpPr>
          <p:spPr>
            <a:xfrm rot="10800000">
              <a:off x="298325" y="4657175"/>
              <a:ext cx="140100" cy="140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4" name="Google Shape;1514;p31"/>
            <p:cNvSpPr/>
            <p:nvPr/>
          </p:nvSpPr>
          <p:spPr>
            <a:xfrm rot="10800000">
              <a:off x="495125" y="4852350"/>
              <a:ext cx="51300" cy="513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515" name="Google Shape;1515;p31"/>
            <p:cNvSpPr/>
            <p:nvPr/>
          </p:nvSpPr>
          <p:spPr>
            <a:xfrm rot="10800000">
              <a:off x="165050" y="4657175"/>
              <a:ext cx="51300" cy="51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2" name="Google Shape;8823;p65"/>
          <p:cNvGrpSpPr/>
          <p:nvPr/>
        </p:nvGrpSpPr>
        <p:grpSpPr>
          <a:xfrm>
            <a:off x="3767328" y="2511552"/>
            <a:ext cx="2023872" cy="2005133"/>
            <a:chOff x="-1183550" y="3586525"/>
            <a:chExt cx="296175" cy="290550"/>
          </a:xfrm>
          <a:solidFill>
            <a:schemeClr val="accent2">
              <a:lumMod val="50000"/>
            </a:schemeClr>
          </a:solidFill>
        </p:grpSpPr>
        <p:sp>
          <p:nvSpPr>
            <p:cNvPr id="13" name="Google Shape;8824;p65"/>
            <p:cNvSpPr/>
            <p:nvPr/>
          </p:nvSpPr>
          <p:spPr>
            <a:xfrm>
              <a:off x="-927575" y="3671500"/>
              <a:ext cx="40200" cy="16575"/>
            </a:xfrm>
            <a:custGeom>
              <a:avLst/>
              <a:gdLst/>
              <a:ahLst/>
              <a:cxnLst/>
              <a:rect l="l" t="t" r="r" b="b"/>
              <a:pathLst>
                <a:path w="1608" h="663" extrusionOk="0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6" y="663"/>
                    <a:pt x="1166" y="663"/>
                  </a:cubicBezTo>
                  <a:cubicBezTo>
                    <a:pt x="1607" y="663"/>
                    <a:pt x="1597" y="0"/>
                    <a:pt x="11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825;p65"/>
            <p:cNvSpPr/>
            <p:nvPr/>
          </p:nvSpPr>
          <p:spPr>
            <a:xfrm>
              <a:off x="-1183550" y="3671500"/>
              <a:ext cx="39400" cy="16575"/>
            </a:xfrm>
            <a:custGeom>
              <a:avLst/>
              <a:gdLst/>
              <a:ahLst/>
              <a:cxnLst/>
              <a:rect l="l" t="t" r="r" b="b"/>
              <a:pathLst>
                <a:path w="1576" h="663" extrusionOk="0">
                  <a:moveTo>
                    <a:pt x="473" y="0"/>
                  </a:moveTo>
                  <a:cubicBezTo>
                    <a:pt x="32" y="0"/>
                    <a:pt x="1" y="662"/>
                    <a:pt x="473" y="662"/>
                  </a:cubicBezTo>
                  <a:lnTo>
                    <a:pt x="1135" y="662"/>
                  </a:lnTo>
                  <a:cubicBezTo>
                    <a:pt x="1145" y="663"/>
                    <a:pt x="1154" y="663"/>
                    <a:pt x="1163" y="663"/>
                  </a:cubicBezTo>
                  <a:cubicBezTo>
                    <a:pt x="1576" y="663"/>
                    <a:pt x="1566" y="0"/>
                    <a:pt x="11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826;p65"/>
            <p:cNvSpPr/>
            <p:nvPr/>
          </p:nvSpPr>
          <p:spPr>
            <a:xfrm>
              <a:off x="-944250" y="3603025"/>
              <a:ext cx="39525" cy="26375"/>
            </a:xfrm>
            <a:custGeom>
              <a:avLst/>
              <a:gdLst/>
              <a:ahLst/>
              <a:cxnLst/>
              <a:rect l="l" t="t" r="r" b="b"/>
              <a:pathLst>
                <a:path w="1581" h="1055" extrusionOk="0">
                  <a:moveTo>
                    <a:pt x="1086" y="1"/>
                  </a:moveTo>
                  <a:cubicBezTo>
                    <a:pt x="1024" y="1"/>
                    <a:pt x="957" y="19"/>
                    <a:pt x="888" y="61"/>
                  </a:cubicBezTo>
                  <a:lnTo>
                    <a:pt x="321" y="408"/>
                  </a:lnTo>
                  <a:cubicBezTo>
                    <a:pt x="0" y="595"/>
                    <a:pt x="179" y="1054"/>
                    <a:pt x="490" y="1054"/>
                  </a:cubicBezTo>
                  <a:cubicBezTo>
                    <a:pt x="546" y="1054"/>
                    <a:pt x="606" y="1040"/>
                    <a:pt x="668" y="1006"/>
                  </a:cubicBezTo>
                  <a:lnTo>
                    <a:pt x="1266" y="660"/>
                  </a:lnTo>
                  <a:cubicBezTo>
                    <a:pt x="1581" y="450"/>
                    <a:pt x="1394" y="1"/>
                    <a:pt x="10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827;p65"/>
            <p:cNvSpPr/>
            <p:nvPr/>
          </p:nvSpPr>
          <p:spPr>
            <a:xfrm>
              <a:off x="-1166200" y="3731225"/>
              <a:ext cx="39700" cy="26075"/>
            </a:xfrm>
            <a:custGeom>
              <a:avLst/>
              <a:gdLst/>
              <a:ahLst/>
              <a:cxnLst/>
              <a:rect l="l" t="t" r="r" b="b"/>
              <a:pathLst>
                <a:path w="1588" h="1043" extrusionOk="0">
                  <a:moveTo>
                    <a:pt x="1071" y="1"/>
                  </a:moveTo>
                  <a:cubicBezTo>
                    <a:pt x="1021" y="1"/>
                    <a:pt x="968" y="12"/>
                    <a:pt x="913" y="37"/>
                  </a:cubicBezTo>
                  <a:lnTo>
                    <a:pt x="315" y="384"/>
                  </a:lnTo>
                  <a:cubicBezTo>
                    <a:pt x="0" y="593"/>
                    <a:pt x="187" y="1043"/>
                    <a:pt x="495" y="1043"/>
                  </a:cubicBezTo>
                  <a:cubicBezTo>
                    <a:pt x="557" y="1043"/>
                    <a:pt x="624" y="1025"/>
                    <a:pt x="693" y="982"/>
                  </a:cubicBezTo>
                  <a:lnTo>
                    <a:pt x="1260" y="636"/>
                  </a:lnTo>
                  <a:cubicBezTo>
                    <a:pt x="1587" y="472"/>
                    <a:pt x="1395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828;p65"/>
            <p:cNvSpPr/>
            <p:nvPr/>
          </p:nvSpPr>
          <p:spPr>
            <a:xfrm>
              <a:off x="-944925" y="3730950"/>
              <a:ext cx="40200" cy="26375"/>
            </a:xfrm>
            <a:custGeom>
              <a:avLst/>
              <a:gdLst/>
              <a:ahLst/>
              <a:cxnLst/>
              <a:rect l="l" t="t" r="r" b="b"/>
              <a:pathLst>
                <a:path w="1608" h="1055" extrusionOk="0">
                  <a:moveTo>
                    <a:pt x="515" y="0"/>
                  </a:moveTo>
                  <a:cubicBezTo>
                    <a:pt x="198" y="0"/>
                    <a:pt x="1" y="460"/>
                    <a:pt x="348" y="647"/>
                  </a:cubicBezTo>
                  <a:lnTo>
                    <a:pt x="915" y="993"/>
                  </a:lnTo>
                  <a:cubicBezTo>
                    <a:pt x="984" y="1036"/>
                    <a:pt x="1052" y="1054"/>
                    <a:pt x="1114" y="1054"/>
                  </a:cubicBezTo>
                  <a:cubicBezTo>
                    <a:pt x="1421" y="1054"/>
                    <a:pt x="1608" y="609"/>
                    <a:pt x="1293" y="426"/>
                  </a:cubicBezTo>
                  <a:lnTo>
                    <a:pt x="695" y="48"/>
                  </a:lnTo>
                  <a:cubicBezTo>
                    <a:pt x="633" y="15"/>
                    <a:pt x="572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829;p65"/>
            <p:cNvSpPr/>
            <p:nvPr/>
          </p:nvSpPr>
          <p:spPr>
            <a:xfrm>
              <a:off x="-1167000" y="3603025"/>
              <a:ext cx="40200" cy="26375"/>
            </a:xfrm>
            <a:custGeom>
              <a:avLst/>
              <a:gdLst/>
              <a:ahLst/>
              <a:cxnLst/>
              <a:rect l="l" t="t" r="r" b="b"/>
              <a:pathLst>
                <a:path w="1608" h="1055" extrusionOk="0">
                  <a:moveTo>
                    <a:pt x="477" y="1"/>
                  </a:moveTo>
                  <a:cubicBezTo>
                    <a:pt x="188" y="1"/>
                    <a:pt x="1" y="450"/>
                    <a:pt x="315" y="660"/>
                  </a:cubicBezTo>
                  <a:lnTo>
                    <a:pt x="914" y="1006"/>
                  </a:lnTo>
                  <a:cubicBezTo>
                    <a:pt x="981" y="1040"/>
                    <a:pt x="1044" y="1054"/>
                    <a:pt x="1103" y="1054"/>
                  </a:cubicBezTo>
                  <a:cubicBezTo>
                    <a:pt x="1434" y="1054"/>
                    <a:pt x="1608" y="595"/>
                    <a:pt x="1260" y="408"/>
                  </a:cubicBezTo>
                  <a:lnTo>
                    <a:pt x="662" y="61"/>
                  </a:lnTo>
                  <a:cubicBezTo>
                    <a:pt x="598" y="19"/>
                    <a:pt x="536" y="1"/>
                    <a:pt x="47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830;p65"/>
            <p:cNvSpPr/>
            <p:nvPr/>
          </p:nvSpPr>
          <p:spPr>
            <a:xfrm>
              <a:off x="-1065400" y="3658900"/>
              <a:ext cx="59875" cy="77200"/>
            </a:xfrm>
            <a:custGeom>
              <a:avLst/>
              <a:gdLst/>
              <a:ahLst/>
              <a:cxnLst/>
              <a:rect l="l" t="t" r="r" b="b"/>
              <a:pathLst>
                <a:path w="2395" h="3088" extrusionOk="0">
                  <a:moveTo>
                    <a:pt x="882" y="0"/>
                  </a:moveTo>
                  <a:lnTo>
                    <a:pt x="0" y="1355"/>
                  </a:lnTo>
                  <a:lnTo>
                    <a:pt x="1355" y="1922"/>
                  </a:lnTo>
                  <a:cubicBezTo>
                    <a:pt x="1450" y="1953"/>
                    <a:pt x="1544" y="2111"/>
                    <a:pt x="1544" y="2237"/>
                  </a:cubicBezTo>
                  <a:lnTo>
                    <a:pt x="1544" y="3088"/>
                  </a:lnTo>
                  <a:lnTo>
                    <a:pt x="2395" y="1733"/>
                  </a:lnTo>
                  <a:lnTo>
                    <a:pt x="1071" y="1166"/>
                  </a:lnTo>
                  <a:cubicBezTo>
                    <a:pt x="945" y="1134"/>
                    <a:pt x="882" y="1008"/>
                    <a:pt x="882" y="851"/>
                  </a:cubicBezTo>
                  <a:lnTo>
                    <a:pt x="8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831;p65"/>
            <p:cNvSpPr/>
            <p:nvPr/>
          </p:nvSpPr>
          <p:spPr>
            <a:xfrm>
              <a:off x="-1078000" y="3809325"/>
              <a:ext cx="85075" cy="67750"/>
            </a:xfrm>
            <a:custGeom>
              <a:avLst/>
              <a:gdLst/>
              <a:ahLst/>
              <a:cxnLst/>
              <a:rect l="l" t="t" r="r" b="b"/>
              <a:pathLst>
                <a:path w="3403" h="2710" extrusionOk="0">
                  <a:moveTo>
                    <a:pt x="0" y="1"/>
                  </a:moveTo>
                  <a:lnTo>
                    <a:pt x="0" y="662"/>
                  </a:lnTo>
                  <a:lnTo>
                    <a:pt x="1008" y="662"/>
                  </a:lnTo>
                  <a:cubicBezTo>
                    <a:pt x="1449" y="662"/>
                    <a:pt x="1481" y="1324"/>
                    <a:pt x="1008" y="1324"/>
                  </a:cubicBezTo>
                  <a:lnTo>
                    <a:pt x="0" y="1324"/>
                  </a:lnTo>
                  <a:lnTo>
                    <a:pt x="0" y="1670"/>
                  </a:lnTo>
                  <a:cubicBezTo>
                    <a:pt x="0" y="2237"/>
                    <a:pt x="473" y="2710"/>
                    <a:pt x="1008" y="2710"/>
                  </a:cubicBezTo>
                  <a:lnTo>
                    <a:pt x="2395" y="2710"/>
                  </a:lnTo>
                  <a:cubicBezTo>
                    <a:pt x="2962" y="2710"/>
                    <a:pt x="3403" y="2237"/>
                    <a:pt x="3403" y="1670"/>
                  </a:cubicBezTo>
                  <a:lnTo>
                    <a:pt x="3403" y="1324"/>
                  </a:lnTo>
                  <a:lnTo>
                    <a:pt x="2395" y="1324"/>
                  </a:lnTo>
                  <a:cubicBezTo>
                    <a:pt x="1954" y="1324"/>
                    <a:pt x="1922" y="662"/>
                    <a:pt x="2395" y="662"/>
                  </a:cubicBezTo>
                  <a:lnTo>
                    <a:pt x="3403" y="662"/>
                  </a:lnTo>
                  <a:lnTo>
                    <a:pt x="3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832;p65"/>
            <p:cNvSpPr/>
            <p:nvPr/>
          </p:nvSpPr>
          <p:spPr>
            <a:xfrm>
              <a:off x="-1135500" y="3586525"/>
              <a:ext cx="193775" cy="204700"/>
            </a:xfrm>
            <a:custGeom>
              <a:avLst/>
              <a:gdLst/>
              <a:ahLst/>
              <a:cxnLst/>
              <a:rect l="l" t="t" r="r" b="b"/>
              <a:pathLst>
                <a:path w="7751" h="8188" extrusionOk="0">
                  <a:moveTo>
                    <a:pt x="4023" y="1424"/>
                  </a:moveTo>
                  <a:cubicBezTo>
                    <a:pt x="4201" y="1424"/>
                    <a:pt x="4380" y="1561"/>
                    <a:pt x="4380" y="1761"/>
                  </a:cubicBezTo>
                  <a:lnTo>
                    <a:pt x="4380" y="3588"/>
                  </a:lnTo>
                  <a:lnTo>
                    <a:pt x="5892" y="4124"/>
                  </a:lnTo>
                  <a:cubicBezTo>
                    <a:pt x="5955" y="4187"/>
                    <a:pt x="6049" y="4250"/>
                    <a:pt x="6081" y="4344"/>
                  </a:cubicBezTo>
                  <a:cubicBezTo>
                    <a:pt x="6081" y="4407"/>
                    <a:pt x="6081" y="4533"/>
                    <a:pt x="5986" y="4628"/>
                  </a:cubicBezTo>
                  <a:lnTo>
                    <a:pt x="4285" y="7369"/>
                  </a:lnTo>
                  <a:cubicBezTo>
                    <a:pt x="4222" y="7495"/>
                    <a:pt x="4127" y="7526"/>
                    <a:pt x="4033" y="7526"/>
                  </a:cubicBezTo>
                  <a:lnTo>
                    <a:pt x="3938" y="7526"/>
                  </a:lnTo>
                  <a:cubicBezTo>
                    <a:pt x="3781" y="7495"/>
                    <a:pt x="3718" y="7369"/>
                    <a:pt x="3718" y="7211"/>
                  </a:cubicBezTo>
                  <a:lnTo>
                    <a:pt x="3718" y="5384"/>
                  </a:lnTo>
                  <a:lnTo>
                    <a:pt x="2206" y="4817"/>
                  </a:lnTo>
                  <a:cubicBezTo>
                    <a:pt x="2143" y="4754"/>
                    <a:pt x="2048" y="4691"/>
                    <a:pt x="2017" y="4596"/>
                  </a:cubicBezTo>
                  <a:cubicBezTo>
                    <a:pt x="1985" y="4533"/>
                    <a:pt x="2017" y="4407"/>
                    <a:pt x="2048" y="4344"/>
                  </a:cubicBezTo>
                  <a:lnTo>
                    <a:pt x="3749" y="1572"/>
                  </a:lnTo>
                  <a:cubicBezTo>
                    <a:pt x="3818" y="1469"/>
                    <a:pt x="3920" y="1424"/>
                    <a:pt x="4023" y="1424"/>
                  </a:cubicBezTo>
                  <a:close/>
                  <a:moveTo>
                    <a:pt x="4019" y="1"/>
                  </a:moveTo>
                  <a:cubicBezTo>
                    <a:pt x="3743" y="1"/>
                    <a:pt x="3463" y="31"/>
                    <a:pt x="3182" y="91"/>
                  </a:cubicBezTo>
                  <a:cubicBezTo>
                    <a:pt x="1733" y="406"/>
                    <a:pt x="567" y="1572"/>
                    <a:pt x="284" y="3084"/>
                  </a:cubicBezTo>
                  <a:cubicBezTo>
                    <a:pt x="0" y="4533"/>
                    <a:pt x="599" y="5479"/>
                    <a:pt x="1040" y="6140"/>
                  </a:cubicBezTo>
                  <a:cubicBezTo>
                    <a:pt x="1922" y="7526"/>
                    <a:pt x="1387" y="7526"/>
                    <a:pt x="1670" y="8188"/>
                  </a:cubicBezTo>
                  <a:lnTo>
                    <a:pt x="6301" y="8188"/>
                  </a:lnTo>
                  <a:cubicBezTo>
                    <a:pt x="6553" y="7526"/>
                    <a:pt x="6018" y="7526"/>
                    <a:pt x="6931" y="6109"/>
                  </a:cubicBezTo>
                  <a:cubicBezTo>
                    <a:pt x="7373" y="5447"/>
                    <a:pt x="7719" y="4817"/>
                    <a:pt x="7719" y="3746"/>
                  </a:cubicBezTo>
                  <a:cubicBezTo>
                    <a:pt x="7751" y="2612"/>
                    <a:pt x="7246" y="1540"/>
                    <a:pt x="6396" y="847"/>
                  </a:cubicBezTo>
                  <a:cubicBezTo>
                    <a:pt x="5726" y="297"/>
                    <a:pt x="4892" y="1"/>
                    <a:pt x="401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87826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Your turn!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720000" y="1320427"/>
            <a:ext cx="622401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Gill Sans"/>
              </a:rPr>
              <a:t>Implement a rock-paper-scissors game between the server and the client.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Gill Sans"/>
              </a:rPr>
              <a:t>The server should be able to handle multiple clients at the same time.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Gill Sans"/>
              </a:rPr>
              <a:t>Make use of TCP connections.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>
                <a:latin typeface="Gill Sans"/>
              </a:rPr>
              <a:t>We don’t want the server’s output to be predictable so make use of the </a:t>
            </a:r>
            <a:r>
              <a:rPr lang="en-US" sz="2000" i="1" dirty="0">
                <a:latin typeface="Gill Sans"/>
              </a:rPr>
              <a:t>random</a:t>
            </a:r>
            <a:r>
              <a:rPr lang="en-US" sz="2000" dirty="0">
                <a:latin typeface="Gill Sans"/>
              </a:rPr>
              <a:t> library.</a:t>
            </a:r>
            <a:endParaRPr lang="en-US" sz="2000" dirty="0">
              <a:latin typeface="Gill Sans"/>
            </a:endParaRPr>
          </a:p>
        </p:txBody>
      </p:sp>
      <p:sp>
        <p:nvSpPr>
          <p:cNvPr id="3" name="AutoShape 2" descr="Rock paper scissors - Wikipedia"/>
          <p:cNvSpPr>
            <a:spLocks noChangeAspect="1" noChangeArrowheads="1"/>
          </p:cNvSpPr>
          <p:nvPr/>
        </p:nvSpPr>
        <p:spPr bwMode="auto">
          <a:xfrm>
            <a:off x="6483223" y="272065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8" name="Picture 4" descr="https://upload.wikimedia.org/wikipedia/commons/thumb/6/67/Rock-paper-scissors.svg/250px-Rock-paper-scissors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3223" y="1768157"/>
            <a:ext cx="2381250" cy="2286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8493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Traditional architecture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560832" y="1017725"/>
            <a:ext cx="8205216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Gill Sans"/>
              </a:rPr>
              <a:t>Traditionally, a network application follows a client-server approach.</a:t>
            </a:r>
          </a:p>
          <a:p>
            <a:endParaRPr lang="en-US" sz="2000" b="1" dirty="0">
              <a:solidFill>
                <a:schemeClr val="tx2">
                  <a:lumMod val="75000"/>
                </a:schemeClr>
              </a:solidFill>
              <a:latin typeface="Gill Sans"/>
            </a:endParaRPr>
          </a:p>
          <a:p>
            <a:r>
              <a:rPr lang="en-US" sz="1600" dirty="0">
                <a:latin typeface="Gill Sans"/>
              </a:rPr>
              <a:t>Sometimes, clients need to communicate with one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Gill Sans"/>
              </a:rPr>
              <a:t>another</a:t>
            </a:r>
            <a:r>
              <a:rPr lang="en-US" sz="1050" dirty="0">
                <a:latin typeface="Gill Sans"/>
              </a:rPr>
              <a:t> </a:t>
            </a:r>
            <a:r>
              <a:rPr lang="en-US" sz="1050" dirty="0" smtClean="0">
                <a:latin typeface="Gill Sans"/>
              </a:rPr>
              <a:t>(the </a:t>
            </a:r>
            <a:r>
              <a:rPr lang="en-US" sz="1050" dirty="0">
                <a:latin typeface="Gill Sans"/>
              </a:rPr>
              <a:t>entire application might be based on that</a:t>
            </a:r>
            <a:r>
              <a:rPr lang="en-US" sz="1050" dirty="0" smtClean="0">
                <a:latin typeface="Gill Sans"/>
              </a:rPr>
              <a:t>).</a:t>
            </a:r>
          </a:p>
          <a:p>
            <a:endParaRPr lang="en-US" sz="1600" dirty="0">
              <a:latin typeface="Gill Sans"/>
            </a:endParaRPr>
          </a:p>
          <a:p>
            <a:pPr algn="ctr"/>
            <a:r>
              <a:rPr lang="en-US" sz="1600" b="1" dirty="0">
                <a:latin typeface="Gill Sans"/>
              </a:rPr>
              <a:t>By following the traditional architecture, the communication between clients must always go through the </a:t>
            </a:r>
            <a:r>
              <a:rPr lang="en-US" sz="2000" b="1" dirty="0" smtClean="0">
                <a:solidFill>
                  <a:schemeClr val="accent2">
                    <a:lumMod val="50000"/>
                  </a:schemeClr>
                </a:solidFill>
                <a:latin typeface="Gill Sans"/>
              </a:rPr>
              <a:t>server</a:t>
            </a:r>
            <a:endParaRPr lang="en-US" sz="1600" b="1" dirty="0" smtClean="0">
              <a:solidFill>
                <a:schemeClr val="accent2">
                  <a:lumMod val="50000"/>
                </a:schemeClr>
              </a:solidFill>
              <a:latin typeface="Gill Sans"/>
            </a:endParaRPr>
          </a:p>
          <a:p>
            <a:pPr algn="ctr"/>
            <a:endParaRPr lang="en-US" sz="1600" b="1" dirty="0" smtClean="0">
              <a:latin typeface="Gill Sans"/>
            </a:endParaRPr>
          </a:p>
          <a:p>
            <a:endParaRPr lang="en-US" sz="2000" dirty="0">
              <a:latin typeface="Gill Sans"/>
            </a:endParaRPr>
          </a:p>
          <a:p>
            <a:pPr algn="ctr"/>
            <a:r>
              <a:rPr lang="en-US" sz="1600" b="1" dirty="0">
                <a:latin typeface="Gill Sans"/>
              </a:rPr>
              <a:t>This can put too much load on the server if the number of clients is </a:t>
            </a:r>
            <a:r>
              <a:rPr lang="en-US" sz="2000" b="1" dirty="0">
                <a:solidFill>
                  <a:schemeClr val="accent3">
                    <a:lumMod val="75000"/>
                  </a:schemeClr>
                </a:solidFill>
                <a:latin typeface="Gill Sans"/>
              </a:rPr>
              <a:t>too </a:t>
            </a:r>
            <a:r>
              <a:rPr lang="en-US" sz="2000" b="1" dirty="0" smtClean="0">
                <a:solidFill>
                  <a:schemeClr val="accent3">
                    <a:lumMod val="75000"/>
                  </a:schemeClr>
                </a:solidFill>
                <a:latin typeface="Gill Sans"/>
              </a:rPr>
              <a:t>large</a:t>
            </a:r>
          </a:p>
          <a:p>
            <a:pPr algn="ctr"/>
            <a:endParaRPr lang="en-US" sz="1600" b="1" dirty="0" smtClean="0">
              <a:latin typeface="Gill Sans"/>
            </a:endParaRPr>
          </a:p>
          <a:p>
            <a:endParaRPr lang="en-US" sz="2000" dirty="0">
              <a:latin typeface="Gill Sans"/>
            </a:endParaRPr>
          </a:p>
          <a:p>
            <a:pPr algn="ctr"/>
            <a:r>
              <a:rPr lang="en-US" sz="1600" b="1" dirty="0">
                <a:latin typeface="Gill Sans"/>
              </a:rPr>
              <a:t>To reduce the load on the server, we can follow a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Gill Sans"/>
              </a:rPr>
              <a:t>peer-to-peer</a:t>
            </a:r>
            <a:r>
              <a:rPr lang="en-US" sz="1600" b="1" dirty="0">
                <a:latin typeface="Gill Sans"/>
              </a:rPr>
              <a:t> architecture</a:t>
            </a:r>
          </a:p>
          <a:p>
            <a:endParaRPr lang="en-US" sz="2000" b="1" dirty="0">
              <a:solidFill>
                <a:schemeClr val="tx2">
                  <a:lumMod val="75000"/>
                </a:schemeClr>
              </a:solidFill>
              <a:latin typeface="Gill Sans"/>
            </a:endParaRPr>
          </a:p>
        </p:txBody>
      </p:sp>
      <p:sp>
        <p:nvSpPr>
          <p:cNvPr id="3" name="AutoShape 2" descr="Rock paper scissors - Wikipedia"/>
          <p:cNvSpPr>
            <a:spLocks noChangeAspect="1" noChangeArrowheads="1"/>
          </p:cNvSpPr>
          <p:nvPr/>
        </p:nvSpPr>
        <p:spPr bwMode="auto">
          <a:xfrm>
            <a:off x="6483223" y="272065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Down Arrow 3"/>
          <p:cNvSpPr/>
          <p:nvPr/>
        </p:nvSpPr>
        <p:spPr>
          <a:xfrm>
            <a:off x="4285488" y="3064439"/>
            <a:ext cx="573024" cy="571182"/>
          </a:xfrm>
          <a:prstGeom prst="down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/>
          <p:cNvSpPr/>
          <p:nvPr/>
        </p:nvSpPr>
        <p:spPr>
          <a:xfrm>
            <a:off x="4285488" y="3922730"/>
            <a:ext cx="573024" cy="571182"/>
          </a:xfrm>
          <a:prstGeom prst="down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oogle Shape;6280;p59"/>
          <p:cNvGrpSpPr/>
          <p:nvPr/>
        </p:nvGrpSpPr>
        <p:grpSpPr>
          <a:xfrm>
            <a:off x="5118385" y="3964750"/>
            <a:ext cx="575279" cy="487141"/>
            <a:chOff x="1492675" y="4992125"/>
            <a:chExt cx="481825" cy="481825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9" name="Google Shape;6281;p59"/>
            <p:cNvSpPr/>
            <p:nvPr/>
          </p:nvSpPr>
          <p:spPr>
            <a:xfrm>
              <a:off x="149267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728" y="5990"/>
                  </a:moveTo>
                  <a:cubicBezTo>
                    <a:pt x="13161" y="5990"/>
                    <a:pt x="13595" y="6156"/>
                    <a:pt x="13925" y="6487"/>
                  </a:cubicBezTo>
                  <a:cubicBezTo>
                    <a:pt x="14587" y="7149"/>
                    <a:pt x="14587" y="8221"/>
                    <a:pt x="13928" y="8884"/>
                  </a:cubicBezTo>
                  <a:lnTo>
                    <a:pt x="10028" y="12780"/>
                  </a:lnTo>
                  <a:cubicBezTo>
                    <a:pt x="9709" y="13100"/>
                    <a:pt x="9278" y="13280"/>
                    <a:pt x="8830" y="13280"/>
                  </a:cubicBezTo>
                  <a:lnTo>
                    <a:pt x="8815" y="13280"/>
                  </a:lnTo>
                  <a:cubicBezTo>
                    <a:pt x="8811" y="13280"/>
                    <a:pt x="8807" y="13280"/>
                    <a:pt x="8804" y="13280"/>
                  </a:cubicBezTo>
                  <a:cubicBezTo>
                    <a:pt x="8362" y="13280"/>
                    <a:pt x="7936" y="13103"/>
                    <a:pt x="7622" y="12789"/>
                  </a:cubicBezTo>
                  <a:lnTo>
                    <a:pt x="5346" y="10528"/>
                  </a:lnTo>
                  <a:cubicBezTo>
                    <a:pt x="4632" y="9877"/>
                    <a:pt x="4605" y="8760"/>
                    <a:pt x="5288" y="8077"/>
                  </a:cubicBezTo>
                  <a:cubicBezTo>
                    <a:pt x="5620" y="7745"/>
                    <a:pt x="6053" y="7581"/>
                    <a:pt x="6485" y="7581"/>
                  </a:cubicBezTo>
                  <a:cubicBezTo>
                    <a:pt x="6944" y="7581"/>
                    <a:pt x="7402" y="7766"/>
                    <a:pt x="7737" y="8134"/>
                  </a:cubicBezTo>
                  <a:lnTo>
                    <a:pt x="8812" y="9206"/>
                  </a:lnTo>
                  <a:lnTo>
                    <a:pt x="11531" y="6487"/>
                  </a:lnTo>
                  <a:cubicBezTo>
                    <a:pt x="11861" y="6156"/>
                    <a:pt x="12294" y="5990"/>
                    <a:pt x="12728" y="5990"/>
                  </a:cubicBezTo>
                  <a:close/>
                  <a:moveTo>
                    <a:pt x="9637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3" y="4686"/>
                    <a:pt x="1" y="7098"/>
                    <a:pt x="1" y="9637"/>
                  </a:cubicBezTo>
                  <a:cubicBezTo>
                    <a:pt x="1" y="12175"/>
                    <a:pt x="1013" y="14587"/>
                    <a:pt x="2849" y="16424"/>
                  </a:cubicBezTo>
                  <a:cubicBezTo>
                    <a:pt x="4686" y="18261"/>
                    <a:pt x="7095" y="19273"/>
                    <a:pt x="9637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58" y="14587"/>
                    <a:pt x="19273" y="12175"/>
                    <a:pt x="19273" y="9637"/>
                  </a:cubicBezTo>
                  <a:cubicBezTo>
                    <a:pt x="19273" y="7098"/>
                    <a:pt x="18258" y="4686"/>
                    <a:pt x="16421" y="2849"/>
                  </a:cubicBezTo>
                  <a:cubicBezTo>
                    <a:pt x="14584" y="1012"/>
                    <a:pt x="12175" y="1"/>
                    <a:pt x="96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0" name="Google Shape;6282;p59"/>
            <p:cNvSpPr/>
            <p:nvPr/>
          </p:nvSpPr>
          <p:spPr>
            <a:xfrm>
              <a:off x="1639625" y="5170175"/>
              <a:ext cx="190100" cy="125750"/>
            </a:xfrm>
            <a:custGeom>
              <a:avLst/>
              <a:gdLst/>
              <a:ahLst/>
              <a:cxnLst/>
              <a:rect l="l" t="t" r="r" b="b"/>
              <a:pathLst>
                <a:path w="7604" h="5030" extrusionOk="0">
                  <a:moveTo>
                    <a:pt x="6852" y="0"/>
                  </a:moveTo>
                  <a:cubicBezTo>
                    <a:pt x="6851" y="0"/>
                    <a:pt x="6850" y="0"/>
                    <a:pt x="6848" y="0"/>
                  </a:cubicBezTo>
                  <a:cubicBezTo>
                    <a:pt x="6698" y="0"/>
                    <a:pt x="6556" y="57"/>
                    <a:pt x="6451" y="163"/>
                  </a:cubicBezTo>
                  <a:lnTo>
                    <a:pt x="3334" y="3279"/>
                  </a:lnTo>
                  <a:cubicBezTo>
                    <a:pt x="3224" y="3391"/>
                    <a:pt x="3080" y="3447"/>
                    <a:pt x="2935" y="3447"/>
                  </a:cubicBezTo>
                  <a:cubicBezTo>
                    <a:pt x="2791" y="3447"/>
                    <a:pt x="2646" y="3391"/>
                    <a:pt x="2536" y="3279"/>
                  </a:cubicBezTo>
                  <a:cubicBezTo>
                    <a:pt x="2533" y="3279"/>
                    <a:pt x="2533" y="3279"/>
                    <a:pt x="2530" y="3276"/>
                  </a:cubicBezTo>
                  <a:cubicBezTo>
                    <a:pt x="2521" y="3267"/>
                    <a:pt x="2509" y="3255"/>
                    <a:pt x="2497" y="3246"/>
                  </a:cubicBezTo>
                  <a:lnTo>
                    <a:pt x="1061" y="1810"/>
                  </a:lnTo>
                  <a:cubicBezTo>
                    <a:pt x="948" y="1678"/>
                    <a:pt x="789" y="1611"/>
                    <a:pt x="629" y="1611"/>
                  </a:cubicBezTo>
                  <a:cubicBezTo>
                    <a:pt x="486" y="1611"/>
                    <a:pt x="342" y="1666"/>
                    <a:pt x="233" y="1777"/>
                  </a:cubicBezTo>
                  <a:cubicBezTo>
                    <a:pt x="1" y="2009"/>
                    <a:pt x="16" y="2391"/>
                    <a:pt x="266" y="2605"/>
                  </a:cubicBezTo>
                  <a:lnTo>
                    <a:pt x="2542" y="4869"/>
                  </a:lnTo>
                  <a:cubicBezTo>
                    <a:pt x="2645" y="4972"/>
                    <a:pt x="2782" y="5029"/>
                    <a:pt x="2926" y="5029"/>
                  </a:cubicBezTo>
                  <a:cubicBezTo>
                    <a:pt x="2929" y="5029"/>
                    <a:pt x="2933" y="5029"/>
                    <a:pt x="2937" y="5029"/>
                  </a:cubicBezTo>
                  <a:lnTo>
                    <a:pt x="2943" y="5029"/>
                  </a:lnTo>
                  <a:cubicBezTo>
                    <a:pt x="3096" y="5029"/>
                    <a:pt x="3241" y="4969"/>
                    <a:pt x="3352" y="4860"/>
                  </a:cubicBezTo>
                  <a:lnTo>
                    <a:pt x="7249" y="964"/>
                  </a:lnTo>
                  <a:cubicBezTo>
                    <a:pt x="7603" y="606"/>
                    <a:pt x="7352" y="0"/>
                    <a:pt x="68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1" name="Google Shape;6283;p59"/>
          <p:cNvGrpSpPr/>
          <p:nvPr/>
        </p:nvGrpSpPr>
        <p:grpSpPr>
          <a:xfrm>
            <a:off x="5118385" y="3064439"/>
            <a:ext cx="575279" cy="571182"/>
            <a:chOff x="2085525" y="4992125"/>
            <a:chExt cx="481825" cy="481825"/>
          </a:xfrm>
          <a:solidFill>
            <a:schemeClr val="tx2">
              <a:lumMod val="40000"/>
              <a:lumOff val="60000"/>
            </a:schemeClr>
          </a:solidFill>
        </p:grpSpPr>
        <p:sp>
          <p:nvSpPr>
            <p:cNvPr id="12" name="Google Shape;6284;p59"/>
            <p:cNvSpPr/>
            <p:nvPr/>
          </p:nvSpPr>
          <p:spPr>
            <a:xfrm>
              <a:off x="2244150" y="5152125"/>
              <a:ext cx="164500" cy="161825"/>
            </a:xfrm>
            <a:custGeom>
              <a:avLst/>
              <a:gdLst/>
              <a:ahLst/>
              <a:cxnLst/>
              <a:rect l="l" t="t" r="r" b="b"/>
              <a:pathLst>
                <a:path w="6580" h="6473" extrusionOk="0">
                  <a:moveTo>
                    <a:pt x="618" y="1"/>
                  </a:moveTo>
                  <a:cubicBezTo>
                    <a:pt x="474" y="1"/>
                    <a:pt x="329" y="56"/>
                    <a:pt x="220" y="165"/>
                  </a:cubicBezTo>
                  <a:cubicBezTo>
                    <a:pt x="3" y="385"/>
                    <a:pt x="0" y="737"/>
                    <a:pt x="214" y="957"/>
                  </a:cubicBezTo>
                  <a:lnTo>
                    <a:pt x="2093" y="2836"/>
                  </a:lnTo>
                  <a:cubicBezTo>
                    <a:pt x="2313" y="3059"/>
                    <a:pt x="2313" y="3414"/>
                    <a:pt x="2093" y="3637"/>
                  </a:cubicBezTo>
                  <a:lnTo>
                    <a:pt x="214" y="5516"/>
                  </a:lnTo>
                  <a:cubicBezTo>
                    <a:pt x="0" y="5736"/>
                    <a:pt x="3" y="6088"/>
                    <a:pt x="220" y="6308"/>
                  </a:cubicBezTo>
                  <a:cubicBezTo>
                    <a:pt x="329" y="6418"/>
                    <a:pt x="474" y="6473"/>
                    <a:pt x="618" y="6473"/>
                  </a:cubicBezTo>
                  <a:cubicBezTo>
                    <a:pt x="760" y="6473"/>
                    <a:pt x="902" y="6420"/>
                    <a:pt x="1012" y="6314"/>
                  </a:cubicBezTo>
                  <a:lnTo>
                    <a:pt x="1018" y="6308"/>
                  </a:lnTo>
                  <a:lnTo>
                    <a:pt x="2897" y="4495"/>
                  </a:lnTo>
                  <a:cubicBezTo>
                    <a:pt x="3007" y="4390"/>
                    <a:pt x="3148" y="4337"/>
                    <a:pt x="3290" y="4337"/>
                  </a:cubicBezTo>
                  <a:cubicBezTo>
                    <a:pt x="3431" y="4337"/>
                    <a:pt x="3573" y="4390"/>
                    <a:pt x="3683" y="4495"/>
                  </a:cubicBezTo>
                  <a:lnTo>
                    <a:pt x="5562" y="6308"/>
                  </a:lnTo>
                  <a:lnTo>
                    <a:pt x="5568" y="6314"/>
                  </a:lnTo>
                  <a:cubicBezTo>
                    <a:pt x="5678" y="6420"/>
                    <a:pt x="5820" y="6473"/>
                    <a:pt x="5962" y="6473"/>
                  </a:cubicBezTo>
                  <a:cubicBezTo>
                    <a:pt x="6106" y="6473"/>
                    <a:pt x="6250" y="6418"/>
                    <a:pt x="6360" y="6308"/>
                  </a:cubicBezTo>
                  <a:cubicBezTo>
                    <a:pt x="6577" y="6088"/>
                    <a:pt x="6580" y="5736"/>
                    <a:pt x="6366" y="5516"/>
                  </a:cubicBezTo>
                  <a:lnTo>
                    <a:pt x="4487" y="3637"/>
                  </a:lnTo>
                  <a:cubicBezTo>
                    <a:pt x="4267" y="3414"/>
                    <a:pt x="4267" y="3059"/>
                    <a:pt x="4487" y="2836"/>
                  </a:cubicBezTo>
                  <a:lnTo>
                    <a:pt x="6366" y="957"/>
                  </a:lnTo>
                  <a:cubicBezTo>
                    <a:pt x="6580" y="737"/>
                    <a:pt x="6577" y="385"/>
                    <a:pt x="6360" y="165"/>
                  </a:cubicBezTo>
                  <a:cubicBezTo>
                    <a:pt x="6250" y="56"/>
                    <a:pt x="6106" y="1"/>
                    <a:pt x="5962" y="1"/>
                  </a:cubicBezTo>
                  <a:cubicBezTo>
                    <a:pt x="5820" y="1"/>
                    <a:pt x="5678" y="53"/>
                    <a:pt x="5568" y="159"/>
                  </a:cubicBezTo>
                  <a:lnTo>
                    <a:pt x="5562" y="165"/>
                  </a:lnTo>
                  <a:lnTo>
                    <a:pt x="3683" y="1978"/>
                  </a:lnTo>
                  <a:cubicBezTo>
                    <a:pt x="3573" y="2083"/>
                    <a:pt x="3431" y="2136"/>
                    <a:pt x="3290" y="2136"/>
                  </a:cubicBezTo>
                  <a:cubicBezTo>
                    <a:pt x="3148" y="2136"/>
                    <a:pt x="3007" y="2083"/>
                    <a:pt x="2897" y="1978"/>
                  </a:cubicBezTo>
                  <a:lnTo>
                    <a:pt x="1018" y="165"/>
                  </a:lnTo>
                  <a:lnTo>
                    <a:pt x="1012" y="159"/>
                  </a:lnTo>
                  <a:cubicBezTo>
                    <a:pt x="902" y="53"/>
                    <a:pt x="760" y="1"/>
                    <a:pt x="6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" name="Google Shape;6285;p59"/>
            <p:cNvSpPr/>
            <p:nvPr/>
          </p:nvSpPr>
          <p:spPr>
            <a:xfrm>
              <a:off x="2085525" y="4992125"/>
              <a:ext cx="481825" cy="481825"/>
            </a:xfrm>
            <a:custGeom>
              <a:avLst/>
              <a:gdLst/>
              <a:ahLst/>
              <a:cxnLst/>
              <a:rect l="l" t="t" r="r" b="b"/>
              <a:pathLst>
                <a:path w="19273" h="19273" extrusionOk="0">
                  <a:moveTo>
                    <a:pt x="12313" y="5263"/>
                  </a:moveTo>
                  <a:cubicBezTo>
                    <a:pt x="12748" y="5263"/>
                    <a:pt x="13183" y="5429"/>
                    <a:pt x="13515" y="5761"/>
                  </a:cubicBezTo>
                  <a:cubicBezTo>
                    <a:pt x="14174" y="6424"/>
                    <a:pt x="14171" y="7496"/>
                    <a:pt x="13509" y="8155"/>
                  </a:cubicBezTo>
                  <a:lnTo>
                    <a:pt x="12030" y="9637"/>
                  </a:lnTo>
                  <a:lnTo>
                    <a:pt x="13512" y="11118"/>
                  </a:lnTo>
                  <a:cubicBezTo>
                    <a:pt x="14174" y="11778"/>
                    <a:pt x="14177" y="12850"/>
                    <a:pt x="13515" y="13512"/>
                  </a:cubicBezTo>
                  <a:cubicBezTo>
                    <a:pt x="13184" y="13844"/>
                    <a:pt x="12749" y="14011"/>
                    <a:pt x="12315" y="14011"/>
                  </a:cubicBezTo>
                  <a:cubicBezTo>
                    <a:pt x="11883" y="14011"/>
                    <a:pt x="11451" y="13847"/>
                    <a:pt x="11121" y="13518"/>
                  </a:cubicBezTo>
                  <a:lnTo>
                    <a:pt x="9636" y="12088"/>
                  </a:lnTo>
                  <a:lnTo>
                    <a:pt x="8152" y="13518"/>
                  </a:lnTo>
                  <a:cubicBezTo>
                    <a:pt x="7822" y="13847"/>
                    <a:pt x="7390" y="14011"/>
                    <a:pt x="6958" y="14011"/>
                  </a:cubicBezTo>
                  <a:cubicBezTo>
                    <a:pt x="6523" y="14011"/>
                    <a:pt x="6087" y="13844"/>
                    <a:pt x="5755" y="13512"/>
                  </a:cubicBezTo>
                  <a:cubicBezTo>
                    <a:pt x="5095" y="12850"/>
                    <a:pt x="5098" y="11778"/>
                    <a:pt x="5761" y="11118"/>
                  </a:cubicBezTo>
                  <a:lnTo>
                    <a:pt x="7239" y="9637"/>
                  </a:lnTo>
                  <a:lnTo>
                    <a:pt x="5758" y="8155"/>
                  </a:lnTo>
                  <a:cubicBezTo>
                    <a:pt x="5095" y="7496"/>
                    <a:pt x="5092" y="6424"/>
                    <a:pt x="5755" y="5761"/>
                  </a:cubicBezTo>
                  <a:cubicBezTo>
                    <a:pt x="6085" y="5429"/>
                    <a:pt x="6519" y="5263"/>
                    <a:pt x="6954" y="5263"/>
                  </a:cubicBezTo>
                  <a:cubicBezTo>
                    <a:pt x="7386" y="5263"/>
                    <a:pt x="7818" y="5428"/>
                    <a:pt x="8149" y="5758"/>
                  </a:cubicBezTo>
                  <a:lnTo>
                    <a:pt x="9633" y="7188"/>
                  </a:lnTo>
                  <a:lnTo>
                    <a:pt x="11118" y="5758"/>
                  </a:lnTo>
                  <a:cubicBezTo>
                    <a:pt x="11448" y="5428"/>
                    <a:pt x="11881" y="5263"/>
                    <a:pt x="12313" y="5263"/>
                  </a:cubicBezTo>
                  <a:close/>
                  <a:moveTo>
                    <a:pt x="9636" y="1"/>
                  </a:moveTo>
                  <a:cubicBezTo>
                    <a:pt x="7095" y="1"/>
                    <a:pt x="4686" y="1012"/>
                    <a:pt x="2849" y="2849"/>
                  </a:cubicBezTo>
                  <a:cubicBezTo>
                    <a:pt x="1012" y="4686"/>
                    <a:pt x="0" y="7098"/>
                    <a:pt x="0" y="9637"/>
                  </a:cubicBezTo>
                  <a:cubicBezTo>
                    <a:pt x="0" y="12175"/>
                    <a:pt x="1012" y="14587"/>
                    <a:pt x="2849" y="16424"/>
                  </a:cubicBezTo>
                  <a:cubicBezTo>
                    <a:pt x="4686" y="18261"/>
                    <a:pt x="7095" y="19273"/>
                    <a:pt x="9636" y="19273"/>
                  </a:cubicBezTo>
                  <a:cubicBezTo>
                    <a:pt x="12175" y="19273"/>
                    <a:pt x="14584" y="18261"/>
                    <a:pt x="16421" y="16424"/>
                  </a:cubicBezTo>
                  <a:cubicBezTo>
                    <a:pt x="18261" y="14587"/>
                    <a:pt x="19272" y="12175"/>
                    <a:pt x="19272" y="9637"/>
                  </a:cubicBezTo>
                  <a:cubicBezTo>
                    <a:pt x="19272" y="7098"/>
                    <a:pt x="18261" y="4686"/>
                    <a:pt x="16421" y="2849"/>
                  </a:cubicBezTo>
                  <a:cubicBezTo>
                    <a:pt x="14584" y="1012"/>
                    <a:pt x="12175" y="1"/>
                    <a:pt x="96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7928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Peer-to-peer architecture</a:t>
            </a:r>
            <a:endParaRPr dirty="0"/>
          </a:p>
        </p:txBody>
      </p:sp>
      <p:sp>
        <p:nvSpPr>
          <p:cNvPr id="2" name="Rectangle 1"/>
          <p:cNvSpPr/>
          <p:nvPr/>
        </p:nvSpPr>
        <p:spPr>
          <a:xfrm>
            <a:off x="621792" y="1303396"/>
            <a:ext cx="820521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Gill Sans"/>
              </a:rPr>
              <a:t>The idea here is to have the clients directly communicate with one another.</a:t>
            </a:r>
          </a:p>
          <a:p>
            <a:endParaRPr lang="en-US" sz="2000" b="1" dirty="0" smtClean="0">
              <a:solidFill>
                <a:schemeClr val="tx2">
                  <a:lumMod val="75000"/>
                </a:schemeClr>
              </a:solidFill>
              <a:latin typeface="Gill Sans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Gill Sans"/>
              </a:rPr>
              <a:t>For this to work, the clients need to know each other’s </a:t>
            </a:r>
            <a:r>
              <a:rPr lang="en-US" sz="1800" dirty="0" smtClean="0">
                <a:latin typeface="Gill Sans"/>
              </a:rPr>
              <a:t>address:</a:t>
            </a:r>
          </a:p>
          <a:p>
            <a:r>
              <a:rPr lang="en-US" sz="1800" dirty="0">
                <a:latin typeface="Gill Sans"/>
              </a:rPr>
              <a:t>	</a:t>
            </a:r>
            <a:r>
              <a:rPr lang="en-US" sz="1200" dirty="0" smtClean="0">
                <a:latin typeface="Gill Sans"/>
              </a:rPr>
              <a:t>We </a:t>
            </a:r>
            <a:r>
              <a:rPr lang="en-US" sz="1200" dirty="0">
                <a:latin typeface="Gill Sans"/>
              </a:rPr>
              <a:t>can hard code the addresses from the start (to use only if the addresses remain the same)</a:t>
            </a:r>
          </a:p>
          <a:p>
            <a:pPr lvl="1"/>
            <a:r>
              <a:rPr lang="en-US" sz="1200" dirty="0" smtClean="0">
                <a:latin typeface="Gill Sans"/>
              </a:rPr>
              <a:t>	We </a:t>
            </a:r>
            <a:r>
              <a:rPr lang="en-US" sz="1200" dirty="0">
                <a:latin typeface="Gill Sans"/>
              </a:rPr>
              <a:t>can have a server that stores the clients’ addresses and forward them to the respective target clients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Gill Sans"/>
              </a:rPr>
              <a:t>This approach helps reduce the load on the main server as well as the communication delay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800" dirty="0">
                <a:latin typeface="Gill Sans"/>
              </a:rPr>
              <a:t>The communication between clients can be done using TCP or UDP (depending on the requirements)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800" b="1" dirty="0">
              <a:solidFill>
                <a:schemeClr val="tx2">
                  <a:lumMod val="75000"/>
                </a:schemeClr>
              </a:solidFill>
              <a:latin typeface="Gill Sans"/>
            </a:endParaRPr>
          </a:p>
        </p:txBody>
      </p:sp>
      <p:sp>
        <p:nvSpPr>
          <p:cNvPr id="3" name="AutoShape 2" descr="Rock paper scissors - Wikipedia"/>
          <p:cNvSpPr>
            <a:spLocks noChangeAspect="1" noChangeArrowheads="1"/>
          </p:cNvSpPr>
          <p:nvPr/>
        </p:nvSpPr>
        <p:spPr bwMode="auto">
          <a:xfrm>
            <a:off x="6483223" y="272065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2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Traditional vs P2P architecture</a:t>
            </a:r>
            <a:endParaRPr dirty="0"/>
          </a:p>
        </p:txBody>
      </p:sp>
      <p:sp>
        <p:nvSpPr>
          <p:cNvPr id="3" name="AutoShape 2" descr="Rock paper scissors - Wikipedia"/>
          <p:cNvSpPr>
            <a:spLocks noChangeAspect="1" noChangeArrowheads="1"/>
          </p:cNvSpPr>
          <p:nvPr/>
        </p:nvSpPr>
        <p:spPr bwMode="auto">
          <a:xfrm>
            <a:off x="6483223" y="272065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 descr="Unlocking the Power of Peer-to-Peer Networks: A Comprehensive Guide to  Their Features, Applications, and Future Trend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147" y="1066208"/>
            <a:ext cx="7037705" cy="3308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980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screte Mathematics: Graph Theory and Networks - 12th Grade by Slidesgo">
  <a:themeElements>
    <a:clrScheme name="Simple Light">
      <a:dk1>
        <a:srgbClr val="1A1A1A"/>
      </a:dk1>
      <a:lt1>
        <a:srgbClr val="FEFDFA"/>
      </a:lt1>
      <a:dk2>
        <a:srgbClr val="434343"/>
      </a:dk2>
      <a:lt2>
        <a:srgbClr val="FF2E20"/>
      </a:lt2>
      <a:accent1>
        <a:srgbClr val="FFD966"/>
      </a:accent1>
      <a:accent2>
        <a:srgbClr val="86CF64"/>
      </a:accent2>
      <a:accent3>
        <a:srgbClr val="04B4D8"/>
      </a:accent3>
      <a:accent4>
        <a:srgbClr val="FFFFFF"/>
      </a:accent4>
      <a:accent5>
        <a:srgbClr val="FFFFFF"/>
      </a:accent5>
      <a:accent6>
        <a:srgbClr val="FFFFFF"/>
      </a:accent6>
      <a:hlink>
        <a:srgbClr val="1A1A1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387</Words>
  <Application>Microsoft Office PowerPoint</Application>
  <PresentationFormat>On-screen Show (16:9)</PresentationFormat>
  <Paragraphs>61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Lato</vt:lpstr>
      <vt:lpstr>Wingdings</vt:lpstr>
      <vt:lpstr>Mulish</vt:lpstr>
      <vt:lpstr>DM Sans</vt:lpstr>
      <vt:lpstr>Albert Sans</vt:lpstr>
      <vt:lpstr>Arial</vt:lpstr>
      <vt:lpstr>Gill Sans</vt:lpstr>
      <vt:lpstr>Anaheim</vt:lpstr>
      <vt:lpstr>Discrete Mathematics: Graph Theory and Networks - 12th Grade by Slidesgo</vt:lpstr>
      <vt:lpstr>Network Programming Tutorial 2</vt:lpstr>
      <vt:lpstr>Prepare your Phone and Scan</vt:lpstr>
      <vt:lpstr>Multi-Threading</vt:lpstr>
      <vt:lpstr>What should you Know?</vt:lpstr>
      <vt:lpstr>Muli-threading in Python</vt:lpstr>
      <vt:lpstr>01</vt:lpstr>
      <vt:lpstr>Let’s Code </vt:lpstr>
      <vt:lpstr>Your turn!</vt:lpstr>
      <vt:lpstr>Traditional architecture</vt:lpstr>
      <vt:lpstr>Peer-to-peer architecture</vt:lpstr>
      <vt:lpstr>Traditional vs P2P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Programming Tutorial 2</dc:title>
  <cp:lastModifiedBy>Maher Fattouh</cp:lastModifiedBy>
  <cp:revision>7</cp:revision>
  <dcterms:modified xsi:type="dcterms:W3CDTF">2026-01-18T14:37:43Z</dcterms:modified>
</cp:coreProperties>
</file>