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19"/>
  </p:notesMasterIdLst>
  <p:sldIdLst>
    <p:sldId id="256" r:id="rId2"/>
    <p:sldId id="296" r:id="rId3"/>
    <p:sldId id="297" r:id="rId4"/>
    <p:sldId id="298" r:id="rId5"/>
    <p:sldId id="299" r:id="rId6"/>
    <p:sldId id="300" r:id="rId7"/>
    <p:sldId id="301" r:id="rId8"/>
    <p:sldId id="302" r:id="rId9"/>
    <p:sldId id="303" r:id="rId10"/>
    <p:sldId id="304" r:id="rId11"/>
    <p:sldId id="260" r:id="rId12"/>
    <p:sldId id="305" r:id="rId13"/>
    <p:sldId id="306" r:id="rId14"/>
    <p:sldId id="308" r:id="rId15"/>
    <p:sldId id="307" r:id="rId16"/>
    <p:sldId id="309" r:id="rId17"/>
    <p:sldId id="310" r:id="rId18"/>
  </p:sldIdLst>
  <p:sldSz cx="9144000" cy="5143500" type="screen16x9"/>
  <p:notesSz cx="6858000" cy="9144000"/>
  <p:embeddedFontLst>
    <p:embeddedFont>
      <p:font typeface="ＭＳ Ｐゴシック" panose="020B0600070205080204" pitchFamily="34" charset="-128"/>
      <p:regular r:id="rId20"/>
    </p:embeddedFont>
    <p:embeddedFont>
      <p:font typeface="Lato" panose="020B0604020202020204" charset="0"/>
      <p:regular r:id="rId21"/>
      <p:bold r:id="rId22"/>
      <p:italic r:id="rId23"/>
      <p:boldItalic r:id="rId24"/>
    </p:embeddedFont>
    <p:embeddedFont>
      <p:font typeface="Albert Sans" panose="020B0604020202020204" charset="0"/>
      <p:regular r:id="rId25"/>
      <p:bold r:id="rId26"/>
      <p:italic r:id="rId27"/>
      <p:boldItalic r:id="rId28"/>
    </p:embeddedFont>
    <p:embeddedFont>
      <p:font typeface="Mulish" panose="020B060402020202020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F86541B-4BF8-4421-961A-70F7B5BE2B42}">
  <a:tblStyle styleId="{8F86541B-4BF8-4421-961A-70F7B5BE2B4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92F42F4-6845-4407-A30A-E27DBDC489AA}"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7" y="754"/>
      </p:cViewPr>
      <p:guideLst/>
    </p:cSldViewPr>
  </p:slideViewPr>
  <p:notesTextViewPr>
    <p:cViewPr>
      <p:scale>
        <a:sx n="1" d="1"/>
        <a:sy n="1" d="1"/>
      </p:scale>
      <p:origin x="0" y="-667"/>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1"/>
        <p:cNvGrpSpPr/>
        <p:nvPr/>
      </p:nvGrpSpPr>
      <p:grpSpPr>
        <a:xfrm>
          <a:off x="0" y="0"/>
          <a:ext cx="0" cy="0"/>
          <a:chOff x="0" y="0"/>
          <a:chExt cx="0" cy="0"/>
        </a:xfrm>
      </p:grpSpPr>
      <p:sp>
        <p:nvSpPr>
          <p:cNvPr id="1452" name="Google Shape;1452;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3" name="Google Shape;1453;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6"/>
        <p:cNvGrpSpPr/>
        <p:nvPr/>
      </p:nvGrpSpPr>
      <p:grpSpPr>
        <a:xfrm>
          <a:off x="0" y="0"/>
          <a:ext cx="0" cy="0"/>
          <a:chOff x="0" y="0"/>
          <a:chExt cx="0" cy="0"/>
        </a:xfrm>
      </p:grpSpPr>
      <p:sp>
        <p:nvSpPr>
          <p:cNvPr id="1807" name="Google Shape;1807;g1e71a4a866a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8" name="Google Shape;1808;g1e71a4a866a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kern="1200" cap="none" dirty="0" smtClean="0">
                <a:solidFill>
                  <a:schemeClr val="tx1"/>
                </a:solidFill>
                <a:effectLst/>
                <a:latin typeface="Arial"/>
                <a:ea typeface="Arial"/>
                <a:cs typeface="Arial"/>
                <a:sym typeface="Arial"/>
              </a:rPr>
              <a:t>At the top, we have the </a:t>
            </a:r>
            <a:r>
              <a:rPr lang="en-US" sz="1100" b="1" i="0" u="none" strike="noStrike" kern="1200" cap="none" dirty="0" smtClean="0">
                <a:solidFill>
                  <a:schemeClr val="tx1"/>
                </a:solidFill>
                <a:effectLst/>
                <a:latin typeface="Arial"/>
                <a:ea typeface="Arial"/>
                <a:cs typeface="Arial"/>
                <a:sym typeface="Arial"/>
              </a:rPr>
              <a:t>application layer</a:t>
            </a:r>
            <a:r>
              <a:rPr lang="en-US" sz="1100" b="0" i="0" u="none" strike="noStrike" kern="1200" cap="none" dirty="0" smtClean="0">
                <a:solidFill>
                  <a:schemeClr val="tx1"/>
                </a:solidFill>
                <a:effectLst/>
                <a:latin typeface="Arial"/>
                <a:ea typeface="Arial"/>
                <a:cs typeface="Arial"/>
                <a:sym typeface="Arial"/>
              </a:rPr>
              <a:t> — that’s our program, like a chat app or a game.</a:t>
            </a:r>
            <a:br>
              <a:rPr lang="en-US" sz="1100" b="0" i="0" u="none" strike="noStrike" kern="1200" cap="none" dirty="0" smtClean="0">
                <a:solidFill>
                  <a:schemeClr val="tx1"/>
                </a:solidFill>
                <a:effectLst/>
                <a:latin typeface="Arial"/>
                <a:ea typeface="Arial"/>
                <a:cs typeface="Arial"/>
                <a:sym typeface="Arial"/>
              </a:rPr>
            </a:br>
            <a:r>
              <a:rPr lang="en-US" sz="1100" b="0" i="0" u="none" strike="noStrike" kern="1200" cap="none" dirty="0" smtClean="0">
                <a:solidFill>
                  <a:schemeClr val="tx1"/>
                </a:solidFill>
                <a:effectLst/>
                <a:latin typeface="Arial"/>
                <a:ea typeface="Arial"/>
                <a:cs typeface="Arial"/>
                <a:sym typeface="Arial"/>
              </a:rPr>
              <a:t>Below that is the </a:t>
            </a:r>
            <a:r>
              <a:rPr lang="en-US" sz="1100" b="1" i="0" u="none" strike="noStrike" kern="1200" cap="none" dirty="0" smtClean="0">
                <a:solidFill>
                  <a:schemeClr val="tx1"/>
                </a:solidFill>
                <a:effectLst/>
                <a:latin typeface="Arial"/>
                <a:ea typeface="Arial"/>
                <a:cs typeface="Arial"/>
                <a:sym typeface="Arial"/>
              </a:rPr>
              <a:t>transport layer</a:t>
            </a:r>
            <a:r>
              <a:rPr lang="en-US" sz="1100" b="0" i="0" u="none" strike="noStrike" kern="1200" cap="none" dirty="0" smtClean="0">
                <a:solidFill>
                  <a:schemeClr val="tx1"/>
                </a:solidFill>
                <a:effectLst/>
                <a:latin typeface="Arial"/>
                <a:ea typeface="Arial"/>
                <a:cs typeface="Arial"/>
                <a:sym typeface="Arial"/>
              </a:rPr>
              <a:t>, which makes sure our data goes from one program to another. That’s where TCP and UDP live.</a:t>
            </a:r>
            <a:br>
              <a:rPr lang="en-US" sz="1100" b="0" i="0" u="none" strike="noStrike" kern="1200" cap="none" dirty="0" smtClean="0">
                <a:solidFill>
                  <a:schemeClr val="tx1"/>
                </a:solidFill>
                <a:effectLst/>
                <a:latin typeface="Arial"/>
                <a:ea typeface="Arial"/>
                <a:cs typeface="Arial"/>
                <a:sym typeface="Arial"/>
              </a:rPr>
            </a:br>
            <a:r>
              <a:rPr lang="en-US" sz="1100" b="0" i="0" u="none" strike="noStrike" kern="1200" cap="none" dirty="0" smtClean="0">
                <a:solidFill>
                  <a:schemeClr val="tx1"/>
                </a:solidFill>
                <a:effectLst/>
                <a:latin typeface="Arial"/>
                <a:ea typeface="Arial"/>
                <a:cs typeface="Arial"/>
                <a:sym typeface="Arial"/>
              </a:rPr>
              <a:t>Then the </a:t>
            </a:r>
            <a:r>
              <a:rPr lang="en-US" sz="1100" b="1" i="0" u="none" strike="noStrike" kern="1200" cap="none" dirty="0" smtClean="0">
                <a:solidFill>
                  <a:schemeClr val="tx1"/>
                </a:solidFill>
                <a:effectLst/>
                <a:latin typeface="Arial"/>
                <a:ea typeface="Arial"/>
                <a:cs typeface="Arial"/>
                <a:sym typeface="Arial"/>
              </a:rPr>
              <a:t>network layer</a:t>
            </a:r>
            <a:r>
              <a:rPr lang="en-US" sz="1100" b="0" i="0" u="none" strike="noStrike" kern="1200" cap="none" dirty="0" smtClean="0">
                <a:solidFill>
                  <a:schemeClr val="tx1"/>
                </a:solidFill>
                <a:effectLst/>
                <a:latin typeface="Arial"/>
                <a:ea typeface="Arial"/>
                <a:cs typeface="Arial"/>
                <a:sym typeface="Arial"/>
              </a:rPr>
              <a:t>, which uses IP addresses to find the right machine.                           The </a:t>
            </a:r>
            <a:r>
              <a:rPr lang="en-US" sz="1100" b="1" i="0" u="none" strike="noStrike" kern="1200" cap="none" dirty="0" smtClean="0">
                <a:solidFill>
                  <a:schemeClr val="tx1"/>
                </a:solidFill>
                <a:effectLst/>
                <a:latin typeface="Arial"/>
                <a:ea typeface="Arial"/>
                <a:cs typeface="Arial"/>
                <a:sym typeface="Arial"/>
              </a:rPr>
              <a:t>link layer</a:t>
            </a:r>
            <a:r>
              <a:rPr lang="en-US" sz="1100" b="0" i="0" u="none" strike="noStrike" kern="1200" cap="none" dirty="0" smtClean="0">
                <a:solidFill>
                  <a:schemeClr val="tx1"/>
                </a:solidFill>
                <a:effectLst/>
                <a:latin typeface="Arial"/>
                <a:ea typeface="Arial"/>
                <a:cs typeface="Arial"/>
                <a:sym typeface="Arial"/>
              </a:rPr>
              <a:t> is responsible for local delivery — just from your machine to the next machine on the same network, like your router.</a:t>
            </a:r>
            <a:br>
              <a:rPr lang="en-US" sz="1100" b="0" i="0" u="none" strike="noStrike" kern="1200" cap="none" dirty="0" smtClean="0">
                <a:solidFill>
                  <a:schemeClr val="tx1"/>
                </a:solidFill>
                <a:effectLst/>
                <a:latin typeface="Arial"/>
                <a:ea typeface="Arial"/>
                <a:cs typeface="Arial"/>
                <a:sym typeface="Arial"/>
              </a:rPr>
            </a:br>
            <a:r>
              <a:rPr lang="en-US" sz="1100" b="0" i="0" u="none" strike="noStrike" kern="1200" cap="none" dirty="0" smtClean="0">
                <a:solidFill>
                  <a:schemeClr val="tx1"/>
                </a:solidFill>
                <a:effectLst/>
                <a:latin typeface="Arial"/>
                <a:ea typeface="Arial"/>
                <a:cs typeface="Arial"/>
                <a:sym typeface="Arial"/>
              </a:rPr>
              <a:t>Finally, the </a:t>
            </a:r>
            <a:r>
              <a:rPr lang="en-US" sz="1100" b="1" i="0" u="none" strike="noStrike" kern="1200" cap="none" dirty="0" smtClean="0">
                <a:solidFill>
                  <a:schemeClr val="tx1"/>
                </a:solidFill>
                <a:effectLst/>
                <a:latin typeface="Arial"/>
                <a:ea typeface="Arial"/>
                <a:cs typeface="Arial"/>
                <a:sym typeface="Arial"/>
              </a:rPr>
              <a:t>physical layer</a:t>
            </a:r>
            <a:r>
              <a:rPr lang="en-US" sz="1100" b="0" i="0" u="none" strike="noStrike" kern="1200" cap="none" dirty="0" smtClean="0">
                <a:solidFill>
                  <a:schemeClr val="tx1"/>
                </a:solidFill>
                <a:effectLst/>
                <a:latin typeface="Arial"/>
                <a:ea typeface="Arial"/>
                <a:cs typeface="Arial"/>
                <a:sym typeface="Arial"/>
              </a:rPr>
              <a:t>, which is just the cables or Wi-Fi.</a:t>
            </a:r>
          </a:p>
          <a:p>
            <a:r>
              <a:rPr lang="en-US" sz="1100" b="0" i="0" u="none" strike="noStrike" kern="1200" cap="none" dirty="0" smtClean="0">
                <a:solidFill>
                  <a:schemeClr val="tx1"/>
                </a:solidFill>
                <a:effectLst/>
                <a:latin typeface="Arial"/>
                <a:ea typeface="Arial"/>
                <a:cs typeface="Arial"/>
                <a:sym typeface="Arial"/>
              </a:rPr>
              <a:t>Now, how does our program actually send and receive data? That’s where </a:t>
            </a:r>
            <a:r>
              <a:rPr lang="en-US" sz="1100" b="1" i="0" u="none" strike="noStrike" kern="1200" cap="none" dirty="0" smtClean="0">
                <a:solidFill>
                  <a:schemeClr val="tx1"/>
                </a:solidFill>
                <a:effectLst/>
                <a:latin typeface="Arial"/>
                <a:ea typeface="Arial"/>
                <a:cs typeface="Arial"/>
                <a:sym typeface="Arial"/>
              </a:rPr>
              <a:t>sockets</a:t>
            </a:r>
            <a:r>
              <a:rPr lang="en-US" sz="1100" b="0" i="0" u="none" strike="noStrike" kern="1200" cap="none" dirty="0" smtClean="0">
                <a:solidFill>
                  <a:schemeClr val="tx1"/>
                </a:solidFill>
                <a:effectLst/>
                <a:latin typeface="Arial"/>
                <a:ea typeface="Arial"/>
                <a:cs typeface="Arial"/>
                <a:sym typeface="Arial"/>
              </a:rPr>
              <a:t> come in.</a:t>
            </a:r>
            <a:endParaRPr lang="en-US" dirty="0" smtClean="0"/>
          </a:p>
          <a:p>
            <a:pPr marL="0" lvl="0" indent="0" algn="l" rtl="0">
              <a:spcBef>
                <a:spcPts val="0"/>
              </a:spcBef>
              <a:spcAft>
                <a:spcPts val="0"/>
              </a:spcAft>
              <a:buNone/>
            </a:pPr>
            <a:endParaRPr dirty="0"/>
          </a:p>
        </p:txBody>
      </p:sp>
    </p:spTree>
    <p:extLst>
      <p:ext uri="{BB962C8B-B14F-4D97-AF65-F5344CB8AC3E}">
        <p14:creationId xmlns:p14="http://schemas.microsoft.com/office/powerpoint/2010/main" val="3714050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6"/>
        <p:cNvGrpSpPr/>
        <p:nvPr/>
      </p:nvGrpSpPr>
      <p:grpSpPr>
        <a:xfrm>
          <a:off x="0" y="0"/>
          <a:ext cx="0" cy="0"/>
          <a:chOff x="0" y="0"/>
          <a:chExt cx="0" cy="0"/>
        </a:xfrm>
      </p:grpSpPr>
      <p:sp>
        <p:nvSpPr>
          <p:cNvPr id="1807" name="Google Shape;1807;g1e71a4a866a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8" name="Google Shape;1808;g1e71a4a866a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kern="1200" cap="none" dirty="0" smtClean="0">
                <a:solidFill>
                  <a:schemeClr val="tx1"/>
                </a:solidFill>
                <a:effectLst/>
                <a:latin typeface="Arial"/>
                <a:ea typeface="Arial"/>
                <a:cs typeface="Arial"/>
                <a:sym typeface="Arial"/>
              </a:rPr>
              <a:t>A socket is like a </a:t>
            </a:r>
            <a:r>
              <a:rPr lang="en-US" sz="1100" b="1" i="0" u="none" strike="noStrike" kern="1200" cap="none" dirty="0" smtClean="0">
                <a:solidFill>
                  <a:schemeClr val="tx1"/>
                </a:solidFill>
                <a:effectLst/>
                <a:latin typeface="Arial"/>
                <a:ea typeface="Arial"/>
                <a:cs typeface="Arial"/>
                <a:sym typeface="Arial"/>
              </a:rPr>
              <a:t>door</a:t>
            </a:r>
            <a:r>
              <a:rPr lang="en-US" sz="1100" b="0" i="0" u="none" strike="noStrike" kern="1200" cap="none" dirty="0" smtClean="0">
                <a:solidFill>
                  <a:schemeClr val="tx1"/>
                </a:solidFill>
                <a:effectLst/>
                <a:latin typeface="Arial"/>
                <a:ea typeface="Arial"/>
                <a:cs typeface="Arial"/>
                <a:sym typeface="Arial"/>
              </a:rPr>
              <a:t> on a house. If the house is the computer, then the door is how information goes in and out.</a:t>
            </a:r>
          </a:p>
          <a:p>
            <a:endParaRPr lang="en-US" dirty="0" smtClean="0"/>
          </a:p>
          <a:p>
            <a:pPr marL="0" lvl="0" indent="0" algn="l" rtl="0">
              <a:spcBef>
                <a:spcPts val="0"/>
              </a:spcBef>
              <a:spcAft>
                <a:spcPts val="0"/>
              </a:spcAft>
              <a:buNone/>
            </a:pPr>
            <a:endParaRPr dirty="0"/>
          </a:p>
        </p:txBody>
      </p:sp>
    </p:spTree>
    <p:extLst>
      <p:ext uri="{BB962C8B-B14F-4D97-AF65-F5344CB8AC3E}">
        <p14:creationId xmlns:p14="http://schemas.microsoft.com/office/powerpoint/2010/main" val="8937454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6"/>
        <p:cNvGrpSpPr/>
        <p:nvPr/>
      </p:nvGrpSpPr>
      <p:grpSpPr>
        <a:xfrm>
          <a:off x="0" y="0"/>
          <a:ext cx="0" cy="0"/>
          <a:chOff x="0" y="0"/>
          <a:chExt cx="0" cy="0"/>
        </a:xfrm>
      </p:grpSpPr>
      <p:sp>
        <p:nvSpPr>
          <p:cNvPr id="1807" name="Google Shape;1807;g1e71a4a866a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8" name="Google Shape;1808;g1e71a4a866a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kern="1200" cap="none" dirty="0" smtClean="0">
                <a:solidFill>
                  <a:schemeClr val="tx1"/>
                </a:solidFill>
                <a:effectLst/>
                <a:latin typeface="Arial"/>
                <a:ea typeface="Arial"/>
                <a:cs typeface="Arial"/>
                <a:sym typeface="Arial"/>
              </a:rPr>
              <a:t>UDP is very simple: you just send a message, and that’s it. There is no setup, no confirmation, no guarantee that it arrives.</a:t>
            </a:r>
          </a:p>
          <a:p>
            <a:r>
              <a:rPr lang="en-US" sz="1100" b="0" i="0" u="none" strike="noStrike" kern="1200" cap="none" dirty="0" smtClean="0">
                <a:solidFill>
                  <a:schemeClr val="tx1"/>
                </a:solidFill>
                <a:effectLst/>
                <a:latin typeface="Arial"/>
                <a:ea typeface="Arial"/>
                <a:cs typeface="Arial"/>
                <a:sym typeface="Arial"/>
              </a:rPr>
              <a:t>Think of it like sending a </a:t>
            </a:r>
            <a:r>
              <a:rPr lang="en-US" sz="1100" b="1" i="0" u="none" strike="noStrike" kern="1200" cap="none" dirty="0" smtClean="0">
                <a:solidFill>
                  <a:schemeClr val="tx1"/>
                </a:solidFill>
                <a:effectLst/>
                <a:latin typeface="Arial"/>
                <a:ea typeface="Arial"/>
                <a:cs typeface="Arial"/>
                <a:sym typeface="Arial"/>
              </a:rPr>
              <a:t>postcard</a:t>
            </a:r>
            <a:r>
              <a:rPr lang="en-US" sz="1100" b="0" i="0" u="none" strike="noStrike" kern="1200" cap="none" dirty="0" smtClean="0">
                <a:solidFill>
                  <a:schemeClr val="tx1"/>
                </a:solidFill>
                <a:effectLst/>
                <a:latin typeface="Arial"/>
                <a:ea typeface="Arial"/>
                <a:cs typeface="Arial"/>
                <a:sym typeface="Arial"/>
              </a:rPr>
              <a:t>. You write your message, put it in the mailbox, and hope it gets delivered. Maybe it arrives, maybe it gets lost, maybe two postcards arrive out of order. But it’s quick and easy.</a:t>
            </a:r>
          </a:p>
          <a:p>
            <a:r>
              <a:rPr lang="en-US" sz="1100" b="0" i="0" u="none" strike="noStrike" kern="1200" cap="none" dirty="0" smtClean="0">
                <a:solidFill>
                  <a:schemeClr val="tx1"/>
                </a:solidFill>
                <a:effectLst/>
                <a:latin typeface="Arial"/>
                <a:ea typeface="Arial"/>
                <a:cs typeface="Arial"/>
                <a:sym typeface="Arial"/>
              </a:rPr>
              <a:t>That’s why UDP is used for things like games, video calls, or streaming, where speed matters more than perfection.</a:t>
            </a:r>
            <a:br>
              <a:rPr lang="en-US" sz="1100" b="0" i="0" u="none" strike="noStrike" kern="1200" cap="none" dirty="0" smtClean="0">
                <a:solidFill>
                  <a:schemeClr val="tx1"/>
                </a:solidFill>
                <a:effectLst/>
                <a:latin typeface="Arial"/>
                <a:ea typeface="Arial"/>
                <a:cs typeface="Arial"/>
                <a:sym typeface="Arial"/>
              </a:rPr>
            </a:br>
            <a:r>
              <a:rPr lang="en-US" sz="1100" b="0" i="0" u="none" strike="noStrike" kern="1200" cap="none" dirty="0" smtClean="0">
                <a:solidFill>
                  <a:schemeClr val="tx1"/>
                </a:solidFill>
                <a:effectLst/>
                <a:latin typeface="Arial"/>
                <a:ea typeface="Arial"/>
                <a:cs typeface="Arial"/>
                <a:sym typeface="Arial"/>
              </a:rPr>
              <a:t/>
            </a:r>
            <a:br>
              <a:rPr lang="en-US" sz="1100" b="0" i="0" u="none" strike="noStrike" kern="1200" cap="none" dirty="0" smtClean="0">
                <a:solidFill>
                  <a:schemeClr val="tx1"/>
                </a:solidFill>
                <a:effectLst/>
                <a:latin typeface="Arial"/>
                <a:ea typeface="Arial"/>
                <a:cs typeface="Arial"/>
                <a:sym typeface="Arial"/>
              </a:rPr>
            </a:br>
            <a:r>
              <a:rPr lang="en-US" sz="1100" b="0" i="0" u="none" strike="noStrike" kern="1200" cap="none" dirty="0" smtClean="0">
                <a:solidFill>
                  <a:schemeClr val="tx1"/>
                </a:solidFill>
                <a:effectLst/>
                <a:latin typeface="Arial"/>
                <a:ea typeface="Arial"/>
                <a:cs typeface="Arial"/>
                <a:sym typeface="Arial"/>
              </a:rPr>
              <a:t>TCP is more reliable, but also a bit heavier.</a:t>
            </a:r>
          </a:p>
          <a:p>
            <a:r>
              <a:rPr lang="en-US" sz="1100" b="0" i="0" u="none" strike="noStrike" kern="1200" cap="none" dirty="0" smtClean="0">
                <a:solidFill>
                  <a:schemeClr val="tx1"/>
                </a:solidFill>
                <a:effectLst/>
                <a:latin typeface="Arial"/>
                <a:ea typeface="Arial"/>
                <a:cs typeface="Arial"/>
                <a:sym typeface="Arial"/>
              </a:rPr>
              <a:t>TCP is </a:t>
            </a:r>
            <a:r>
              <a:rPr lang="en-US" sz="1100" b="1" i="0" u="none" strike="noStrike" kern="1200" cap="none" dirty="0" smtClean="0">
                <a:solidFill>
                  <a:schemeClr val="tx1"/>
                </a:solidFill>
                <a:effectLst/>
                <a:latin typeface="Arial"/>
                <a:ea typeface="Arial"/>
                <a:cs typeface="Arial"/>
                <a:sym typeface="Arial"/>
              </a:rPr>
              <a:t>connection-oriented</a:t>
            </a:r>
            <a:r>
              <a:rPr lang="en-US" sz="1100" b="0" i="0" u="none" strike="noStrike" kern="1200" cap="none" dirty="0" smtClean="0">
                <a:solidFill>
                  <a:schemeClr val="tx1"/>
                </a:solidFill>
                <a:effectLst/>
                <a:latin typeface="Arial"/>
                <a:ea typeface="Arial"/>
                <a:cs typeface="Arial"/>
                <a:sym typeface="Arial"/>
              </a:rPr>
              <a:t>. This means the client and server first establish a connection — a handshake — before sending data.</a:t>
            </a:r>
          </a:p>
          <a:p>
            <a:r>
              <a:rPr lang="en-US" sz="1100" b="0" i="0" u="none" strike="noStrike" kern="1200" cap="none" dirty="0" smtClean="0">
                <a:solidFill>
                  <a:schemeClr val="tx1"/>
                </a:solidFill>
                <a:effectLst/>
                <a:latin typeface="Arial"/>
                <a:ea typeface="Arial"/>
                <a:cs typeface="Arial"/>
                <a:sym typeface="Arial"/>
              </a:rPr>
              <a:t>TCP also guarantees that data arrives, and in the right order. If something is lost, it automatically resends it.</a:t>
            </a:r>
          </a:p>
          <a:p>
            <a:r>
              <a:rPr lang="en-US" sz="1100" b="0" i="0" u="none" strike="noStrike" kern="1200" cap="none" dirty="0" smtClean="0">
                <a:solidFill>
                  <a:schemeClr val="tx1"/>
                </a:solidFill>
                <a:effectLst/>
                <a:latin typeface="Arial"/>
                <a:ea typeface="Arial"/>
                <a:cs typeface="Arial"/>
                <a:sym typeface="Arial"/>
              </a:rPr>
              <a:t>The analogy here is a </a:t>
            </a:r>
            <a:r>
              <a:rPr lang="en-US" sz="1100" b="1" i="0" u="none" strike="noStrike" kern="1200" cap="none" dirty="0" smtClean="0">
                <a:solidFill>
                  <a:schemeClr val="tx1"/>
                </a:solidFill>
                <a:effectLst/>
                <a:latin typeface="Arial"/>
                <a:ea typeface="Arial"/>
                <a:cs typeface="Arial"/>
                <a:sym typeface="Arial"/>
              </a:rPr>
              <a:t>phone call</a:t>
            </a:r>
            <a:r>
              <a:rPr lang="en-US" sz="1100" b="0" i="0" u="none" strike="noStrike" kern="1200" cap="none" dirty="0" smtClean="0">
                <a:solidFill>
                  <a:schemeClr val="tx1"/>
                </a:solidFill>
                <a:effectLst/>
                <a:latin typeface="Arial"/>
                <a:ea typeface="Arial"/>
                <a:cs typeface="Arial"/>
                <a:sym typeface="Arial"/>
              </a:rPr>
              <a:t>. First you dial, the other person picks up, and then you can have a continuous, reliable conversation. If you don’t hear something, you can say, ‘please repeat’, and TCP handles that automatically.</a:t>
            </a:r>
          </a:p>
          <a:p>
            <a:endParaRPr lang="en-US" dirty="0" smtClean="0"/>
          </a:p>
          <a:p>
            <a:pPr marL="0" lvl="0" indent="0" algn="l" rtl="0">
              <a:spcBef>
                <a:spcPts val="0"/>
              </a:spcBef>
              <a:spcAft>
                <a:spcPts val="0"/>
              </a:spcAft>
              <a:buNone/>
            </a:pPr>
            <a:endParaRPr dirty="0"/>
          </a:p>
        </p:txBody>
      </p:sp>
    </p:spTree>
    <p:extLst>
      <p:ext uri="{BB962C8B-B14F-4D97-AF65-F5344CB8AC3E}">
        <p14:creationId xmlns:p14="http://schemas.microsoft.com/office/powerpoint/2010/main" val="14420503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6"/>
        <p:cNvGrpSpPr/>
        <p:nvPr/>
      </p:nvGrpSpPr>
      <p:grpSpPr>
        <a:xfrm>
          <a:off x="0" y="0"/>
          <a:ext cx="0" cy="0"/>
          <a:chOff x="0" y="0"/>
          <a:chExt cx="0" cy="0"/>
        </a:xfrm>
      </p:grpSpPr>
      <p:sp>
        <p:nvSpPr>
          <p:cNvPr id="1807" name="Google Shape;1807;g1e71a4a866a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8" name="Google Shape;1808;g1e71a4a866a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kern="1200" cap="none" dirty="0" smtClean="0">
                <a:solidFill>
                  <a:schemeClr val="tx1"/>
                </a:solidFill>
                <a:effectLst/>
                <a:latin typeface="Arial"/>
                <a:ea typeface="Arial"/>
                <a:cs typeface="Arial"/>
                <a:sym typeface="Arial"/>
              </a:rPr>
              <a:t>Every socket has two identifiers:</a:t>
            </a:r>
          </a:p>
          <a:p>
            <a:pPr marL="171450" lvl="0" indent="-171450">
              <a:buFont typeface="Arial" panose="020B0604020202020204" pitchFamily="34" charset="0"/>
              <a:buChar char="•"/>
            </a:pPr>
            <a:r>
              <a:rPr lang="en-US" sz="1100" b="0" i="0" u="none" strike="noStrike" kern="1200" cap="none" dirty="0" smtClean="0">
                <a:solidFill>
                  <a:schemeClr val="tx1"/>
                </a:solidFill>
                <a:effectLst/>
                <a:latin typeface="Arial"/>
                <a:ea typeface="Arial"/>
                <a:cs typeface="Arial"/>
                <a:sym typeface="Arial"/>
              </a:rPr>
              <a:t>An </a:t>
            </a:r>
            <a:r>
              <a:rPr lang="en-US" sz="1100" b="1" i="0" u="none" strike="noStrike" kern="1200" cap="none" dirty="0" smtClean="0">
                <a:solidFill>
                  <a:schemeClr val="tx1"/>
                </a:solidFill>
                <a:effectLst/>
                <a:latin typeface="Arial"/>
                <a:ea typeface="Arial"/>
                <a:cs typeface="Arial"/>
                <a:sym typeface="Arial"/>
              </a:rPr>
              <a:t>IP address</a:t>
            </a:r>
            <a:r>
              <a:rPr lang="en-US" sz="1100" b="0" i="0" u="none" strike="noStrike" kern="1200" cap="none" dirty="0" smtClean="0">
                <a:solidFill>
                  <a:schemeClr val="tx1"/>
                </a:solidFill>
                <a:effectLst/>
                <a:latin typeface="Arial"/>
                <a:ea typeface="Arial"/>
                <a:cs typeface="Arial"/>
                <a:sym typeface="Arial"/>
              </a:rPr>
              <a:t>: which house.</a:t>
            </a:r>
          </a:p>
          <a:p>
            <a:pPr marL="171450" lvl="0" indent="-171450">
              <a:buFont typeface="Arial" panose="020B0604020202020204" pitchFamily="34" charset="0"/>
              <a:buChar char="•"/>
            </a:pPr>
            <a:r>
              <a:rPr lang="en-US" sz="1100" b="0" i="0" u="none" strike="noStrike" kern="1200" cap="none" dirty="0" smtClean="0">
                <a:solidFill>
                  <a:schemeClr val="tx1"/>
                </a:solidFill>
                <a:effectLst/>
                <a:latin typeface="Arial"/>
                <a:ea typeface="Arial"/>
                <a:cs typeface="Arial"/>
                <a:sym typeface="Arial"/>
              </a:rPr>
              <a:t>A </a:t>
            </a:r>
            <a:r>
              <a:rPr lang="en-US" sz="1100" b="1" i="0" u="none" strike="noStrike" kern="1200" cap="none" dirty="0" smtClean="0">
                <a:solidFill>
                  <a:schemeClr val="tx1"/>
                </a:solidFill>
                <a:effectLst/>
                <a:latin typeface="Arial"/>
                <a:ea typeface="Arial"/>
                <a:cs typeface="Arial"/>
                <a:sym typeface="Arial"/>
              </a:rPr>
              <a:t>port number</a:t>
            </a:r>
            <a:r>
              <a:rPr lang="en-US" sz="1100" b="0" i="0" u="none" strike="noStrike" kern="1200" cap="none" dirty="0" smtClean="0">
                <a:solidFill>
                  <a:schemeClr val="tx1"/>
                </a:solidFill>
                <a:effectLst/>
                <a:latin typeface="Arial"/>
                <a:ea typeface="Arial"/>
                <a:cs typeface="Arial"/>
                <a:sym typeface="Arial"/>
              </a:rPr>
              <a:t>: which person inside the house.</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0065405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6"/>
        <p:cNvGrpSpPr/>
        <p:nvPr/>
      </p:nvGrpSpPr>
      <p:grpSpPr>
        <a:xfrm>
          <a:off x="0" y="0"/>
          <a:ext cx="0" cy="0"/>
          <a:chOff x="0" y="0"/>
          <a:chExt cx="0" cy="0"/>
        </a:xfrm>
      </p:grpSpPr>
      <p:sp>
        <p:nvSpPr>
          <p:cNvPr id="1807" name="Google Shape;1807;g1e71a4a866a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8" name="Google Shape;1808;g1e71a4a866a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kern="1200" cap="none" dirty="0" smtClean="0">
                <a:solidFill>
                  <a:schemeClr val="tx1"/>
                </a:solidFill>
                <a:effectLst/>
                <a:latin typeface="Arial"/>
                <a:ea typeface="Arial"/>
                <a:cs typeface="Arial"/>
                <a:sym typeface="Arial"/>
              </a:rPr>
              <a:t>And finally, we usually have two roles: the </a:t>
            </a:r>
            <a:r>
              <a:rPr lang="en-US" sz="1100" b="1" i="0" u="none" strike="noStrike" kern="1200" cap="none" dirty="0" smtClean="0">
                <a:solidFill>
                  <a:schemeClr val="tx1"/>
                </a:solidFill>
                <a:effectLst/>
                <a:latin typeface="Arial"/>
                <a:ea typeface="Arial"/>
                <a:cs typeface="Arial"/>
                <a:sym typeface="Arial"/>
              </a:rPr>
              <a:t>server</a:t>
            </a:r>
            <a:r>
              <a:rPr lang="en-US" sz="1100" b="0" i="0" u="none" strike="noStrike" kern="1200" cap="none" dirty="0" smtClean="0">
                <a:solidFill>
                  <a:schemeClr val="tx1"/>
                </a:solidFill>
                <a:effectLst/>
                <a:latin typeface="Arial"/>
                <a:ea typeface="Arial"/>
                <a:cs typeface="Arial"/>
                <a:sym typeface="Arial"/>
              </a:rPr>
              <a:t>, which sits and waits at its door, and the </a:t>
            </a:r>
            <a:r>
              <a:rPr lang="en-US" sz="1100" b="1" i="0" u="none" strike="noStrike" kern="1200" cap="none" dirty="0" smtClean="0">
                <a:solidFill>
                  <a:schemeClr val="tx1"/>
                </a:solidFill>
                <a:effectLst/>
                <a:latin typeface="Arial"/>
                <a:ea typeface="Arial"/>
                <a:cs typeface="Arial"/>
                <a:sym typeface="Arial"/>
              </a:rPr>
              <a:t>client</a:t>
            </a:r>
            <a:r>
              <a:rPr lang="en-US" sz="1100" b="0" i="0" u="none" strike="noStrike" kern="1200" cap="none" dirty="0" smtClean="0">
                <a:solidFill>
                  <a:schemeClr val="tx1"/>
                </a:solidFill>
                <a:effectLst/>
                <a:latin typeface="Arial"/>
                <a:ea typeface="Arial"/>
                <a:cs typeface="Arial"/>
                <a:sym typeface="Arial"/>
              </a:rPr>
              <a:t>, which is the one that knocks first.</a:t>
            </a:r>
            <a:endParaRPr lang="en-US" dirty="0" smtClean="0"/>
          </a:p>
          <a:p>
            <a:pPr marL="0" lvl="0" indent="0" algn="l" rtl="0">
              <a:spcBef>
                <a:spcPts val="0"/>
              </a:spcBef>
              <a:spcAft>
                <a:spcPts val="0"/>
              </a:spcAft>
              <a:buNone/>
            </a:pPr>
            <a:endParaRPr dirty="0"/>
          </a:p>
        </p:txBody>
      </p:sp>
    </p:spTree>
    <p:extLst>
      <p:ext uri="{BB962C8B-B14F-4D97-AF65-F5344CB8AC3E}">
        <p14:creationId xmlns:p14="http://schemas.microsoft.com/office/powerpoint/2010/main" val="25855030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6"/>
        <p:cNvGrpSpPr/>
        <p:nvPr/>
      </p:nvGrpSpPr>
      <p:grpSpPr>
        <a:xfrm>
          <a:off x="0" y="0"/>
          <a:ext cx="0" cy="0"/>
          <a:chOff x="0" y="0"/>
          <a:chExt cx="0" cy="0"/>
        </a:xfrm>
      </p:grpSpPr>
      <p:sp>
        <p:nvSpPr>
          <p:cNvPr id="1807" name="Google Shape;1807;g1e71a4a866a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8" name="Google Shape;1808;g1e71a4a866a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smtClean="0"/>
              <a:t>Domain Name System (DNS)</a:t>
            </a:r>
          </a:p>
          <a:p>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kern="1200" cap="none" dirty="0" smtClean="0">
                <a:solidFill>
                  <a:schemeClr val="tx1"/>
                </a:solidFill>
                <a:effectLst/>
                <a:latin typeface="Arial"/>
                <a:ea typeface="Arial"/>
                <a:cs typeface="Arial"/>
                <a:sym typeface="Arial"/>
              </a:rPr>
              <a:t>Example:</a:t>
            </a:r>
            <a:br>
              <a:rPr lang="en-US" sz="1100" b="0" i="0" u="none" strike="noStrike" kern="1200" cap="none" dirty="0" smtClean="0">
                <a:solidFill>
                  <a:schemeClr val="tx1"/>
                </a:solidFill>
                <a:effectLst/>
                <a:latin typeface="Arial"/>
                <a:ea typeface="Arial"/>
                <a:cs typeface="Arial"/>
                <a:sym typeface="Arial"/>
              </a:rPr>
            </a:br>
            <a:r>
              <a:rPr lang="en-US" sz="1100" b="0" i="0" u="none" strike="noStrike" kern="1200" cap="none" dirty="0" smtClean="0">
                <a:solidFill>
                  <a:schemeClr val="tx1"/>
                </a:solidFill>
                <a:effectLst/>
                <a:latin typeface="Arial"/>
                <a:ea typeface="Arial"/>
                <a:cs typeface="Arial"/>
                <a:sym typeface="Arial"/>
              </a:rPr>
              <a:t>If I go to piazza.com, my computer first finds the IP address for that domain. Let’s say it’s 54.243.185.105. Then it connects to port 80 on that machine, because that’s where the web server is waiting.</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0132715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6"/>
        <p:cNvGrpSpPr/>
        <p:nvPr/>
      </p:nvGrpSpPr>
      <p:grpSpPr>
        <a:xfrm>
          <a:off x="0" y="0"/>
          <a:ext cx="0" cy="0"/>
          <a:chOff x="0" y="0"/>
          <a:chExt cx="0" cy="0"/>
        </a:xfrm>
      </p:grpSpPr>
      <p:sp>
        <p:nvSpPr>
          <p:cNvPr id="1807" name="Google Shape;1807;g1e71a4a866a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8" name="Google Shape;1808;g1e71a4a866a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kern="1200" cap="none" dirty="0" smtClean="0">
                <a:solidFill>
                  <a:schemeClr val="tx1"/>
                </a:solidFill>
                <a:effectLst/>
                <a:latin typeface="Arial"/>
                <a:ea typeface="Arial"/>
                <a:cs typeface="Arial"/>
                <a:sym typeface="Arial"/>
              </a:rPr>
              <a:t>The </a:t>
            </a:r>
            <a:r>
              <a:rPr lang="en-US" sz="1100" b="1" i="0" u="none" strike="noStrike" kern="1200" cap="none" dirty="0" smtClean="0">
                <a:solidFill>
                  <a:schemeClr val="tx1"/>
                </a:solidFill>
                <a:effectLst/>
                <a:latin typeface="Arial"/>
                <a:ea typeface="Arial"/>
                <a:cs typeface="Arial"/>
                <a:sym typeface="Arial"/>
              </a:rPr>
              <a:t>port number</a:t>
            </a:r>
            <a:r>
              <a:rPr lang="en-US" sz="1100" b="0" i="0" u="none" strike="noStrike" kern="1200" cap="none" dirty="0" smtClean="0">
                <a:solidFill>
                  <a:schemeClr val="tx1"/>
                </a:solidFill>
                <a:effectLst/>
                <a:latin typeface="Arial"/>
                <a:ea typeface="Arial"/>
                <a:cs typeface="Arial"/>
                <a:sym typeface="Arial"/>
              </a:rPr>
              <a:t> tells us </a:t>
            </a:r>
            <a:r>
              <a:rPr lang="en-US" sz="1100" b="0" i="1" u="none" strike="noStrike" kern="1200" cap="none" dirty="0" smtClean="0">
                <a:solidFill>
                  <a:schemeClr val="tx1"/>
                </a:solidFill>
                <a:effectLst/>
                <a:latin typeface="Arial"/>
                <a:ea typeface="Arial"/>
                <a:cs typeface="Arial"/>
                <a:sym typeface="Arial"/>
              </a:rPr>
              <a:t>which program inside the house</a:t>
            </a:r>
            <a:r>
              <a:rPr lang="en-US" sz="1100" b="0" i="0" u="none" strike="noStrike" kern="1200" cap="none" dirty="0" smtClean="0">
                <a:solidFill>
                  <a:schemeClr val="tx1"/>
                </a:solidFill>
                <a:effectLst/>
                <a:latin typeface="Arial"/>
                <a:ea typeface="Arial"/>
                <a:cs typeface="Arial"/>
                <a:sym typeface="Arial"/>
              </a:rPr>
              <a:t> should receive the message.</a:t>
            </a:r>
          </a:p>
          <a:p>
            <a:r>
              <a:rPr lang="en-US" sz="1100" b="0" i="0" u="none" strike="noStrike" kern="1200" cap="none" dirty="0" smtClean="0">
                <a:solidFill>
                  <a:schemeClr val="tx1"/>
                </a:solidFill>
                <a:effectLst/>
                <a:latin typeface="Arial"/>
                <a:ea typeface="Arial"/>
                <a:cs typeface="Arial"/>
                <a:sym typeface="Arial"/>
              </a:rPr>
              <a:t>So:</a:t>
            </a:r>
          </a:p>
          <a:p>
            <a:pPr lvl="0"/>
            <a:r>
              <a:rPr lang="en-US" sz="1100" b="0" i="0" u="none" strike="noStrike" kern="1200" cap="none" dirty="0" smtClean="0">
                <a:solidFill>
                  <a:schemeClr val="tx1"/>
                </a:solidFill>
                <a:effectLst/>
                <a:latin typeface="Arial"/>
                <a:ea typeface="Arial"/>
                <a:cs typeface="Arial"/>
                <a:sym typeface="Arial"/>
              </a:rPr>
              <a:t>IP address = house address.</a:t>
            </a:r>
          </a:p>
          <a:p>
            <a:pPr lvl="0"/>
            <a:r>
              <a:rPr lang="en-US" sz="1100" b="0" i="0" u="none" strike="noStrike" kern="1200" cap="none" dirty="0" smtClean="0">
                <a:solidFill>
                  <a:schemeClr val="tx1"/>
                </a:solidFill>
                <a:effectLst/>
                <a:latin typeface="Arial"/>
                <a:ea typeface="Arial"/>
                <a:cs typeface="Arial"/>
                <a:sym typeface="Arial"/>
              </a:rPr>
              <a:t>Port = person’s name on the mailbox.</a:t>
            </a:r>
          </a:p>
          <a:p>
            <a:r>
              <a:rPr lang="en-US" sz="1100" b="0" i="0" u="none" strike="noStrike" kern="1200" cap="none" dirty="0" smtClean="0">
                <a:solidFill>
                  <a:schemeClr val="tx1"/>
                </a:solidFill>
                <a:effectLst/>
                <a:latin typeface="Arial"/>
                <a:ea typeface="Arial"/>
                <a:cs typeface="Arial"/>
                <a:sym typeface="Arial"/>
              </a:rPr>
              <a:t>For example:</a:t>
            </a:r>
          </a:p>
          <a:p>
            <a:pPr lvl="0"/>
            <a:r>
              <a:rPr lang="en-US" sz="1100" b="0" i="0" u="none" strike="noStrike" kern="1200" cap="none" dirty="0" smtClean="0">
                <a:solidFill>
                  <a:schemeClr val="tx1"/>
                </a:solidFill>
                <a:effectLst/>
                <a:latin typeface="Arial"/>
                <a:ea typeface="Arial"/>
                <a:cs typeface="Arial"/>
                <a:sym typeface="Arial"/>
              </a:rPr>
              <a:t>A </a:t>
            </a:r>
            <a:r>
              <a:rPr lang="en-US" sz="1100" b="1" i="0" u="none" strike="noStrike" kern="1200" cap="none" dirty="0" smtClean="0">
                <a:solidFill>
                  <a:schemeClr val="tx1"/>
                </a:solidFill>
                <a:effectLst/>
                <a:latin typeface="Arial"/>
                <a:ea typeface="Arial"/>
                <a:cs typeface="Arial"/>
                <a:sym typeface="Arial"/>
              </a:rPr>
              <a:t>web server</a:t>
            </a:r>
            <a:r>
              <a:rPr lang="en-US" sz="1100" b="0" i="0" u="none" strike="noStrike" kern="1200" cap="none" dirty="0" smtClean="0">
                <a:solidFill>
                  <a:schemeClr val="tx1"/>
                </a:solidFill>
                <a:effectLst/>
                <a:latin typeface="Arial"/>
                <a:ea typeface="Arial"/>
                <a:cs typeface="Arial"/>
                <a:sym typeface="Arial"/>
              </a:rPr>
              <a:t> usually lives on </a:t>
            </a:r>
            <a:r>
              <a:rPr lang="en-US" sz="1100" b="1" i="0" u="none" strike="noStrike" kern="1200" cap="none" dirty="0" smtClean="0">
                <a:solidFill>
                  <a:schemeClr val="tx1"/>
                </a:solidFill>
                <a:effectLst/>
                <a:latin typeface="Arial"/>
                <a:ea typeface="Arial"/>
                <a:cs typeface="Arial"/>
                <a:sym typeface="Arial"/>
              </a:rPr>
              <a:t>port 80</a:t>
            </a:r>
            <a:r>
              <a:rPr lang="en-US" sz="1100" b="0" i="0" u="none" strike="noStrike" kern="1200" cap="none" dirty="0" smtClean="0">
                <a:solidFill>
                  <a:schemeClr val="tx1"/>
                </a:solidFill>
                <a:effectLst/>
                <a:latin typeface="Arial"/>
                <a:ea typeface="Arial"/>
                <a:cs typeface="Arial"/>
                <a:sym typeface="Arial"/>
              </a:rPr>
              <a:t>. So if you connect to port 80, you’re basically saying: ‘Hey, I want to talk to the web server program in this house.’</a:t>
            </a:r>
          </a:p>
          <a:p>
            <a:pPr lvl="0"/>
            <a:r>
              <a:rPr lang="en-US" sz="1100" b="0" i="0" u="none" strike="noStrike" kern="1200" cap="none" dirty="0" smtClean="0">
                <a:solidFill>
                  <a:schemeClr val="tx1"/>
                </a:solidFill>
                <a:effectLst/>
                <a:latin typeface="Arial"/>
                <a:ea typeface="Arial"/>
                <a:cs typeface="Arial"/>
                <a:sym typeface="Arial"/>
              </a:rPr>
              <a:t>An </a:t>
            </a:r>
            <a:r>
              <a:rPr lang="en-US" sz="1100" b="1" i="0" u="none" strike="noStrike" kern="1200" cap="none" dirty="0" smtClean="0">
                <a:solidFill>
                  <a:schemeClr val="tx1"/>
                </a:solidFill>
                <a:effectLst/>
                <a:latin typeface="Arial"/>
                <a:ea typeface="Arial"/>
                <a:cs typeface="Arial"/>
                <a:sym typeface="Arial"/>
              </a:rPr>
              <a:t>echo server</a:t>
            </a:r>
            <a:r>
              <a:rPr lang="en-US" sz="1100" b="0" i="0" u="none" strike="noStrike" kern="1200" cap="none" dirty="0" smtClean="0">
                <a:solidFill>
                  <a:schemeClr val="tx1"/>
                </a:solidFill>
                <a:effectLst/>
                <a:latin typeface="Arial"/>
                <a:ea typeface="Arial"/>
                <a:cs typeface="Arial"/>
                <a:sym typeface="Arial"/>
              </a:rPr>
              <a:t> might live on </a:t>
            </a:r>
            <a:r>
              <a:rPr lang="en-US" sz="1100" b="1" i="0" u="none" strike="noStrike" kern="1200" cap="none" dirty="0" smtClean="0">
                <a:solidFill>
                  <a:schemeClr val="tx1"/>
                </a:solidFill>
                <a:effectLst/>
                <a:latin typeface="Arial"/>
                <a:ea typeface="Arial"/>
                <a:cs typeface="Arial"/>
                <a:sym typeface="Arial"/>
              </a:rPr>
              <a:t>port 7</a:t>
            </a:r>
            <a:r>
              <a:rPr lang="en-US" sz="1100" b="0" i="0" u="none" strike="noStrike" kern="1200" cap="none" dirty="0" smtClean="0">
                <a:solidFill>
                  <a:schemeClr val="tx1"/>
                </a:solidFill>
                <a:effectLst/>
                <a:latin typeface="Arial"/>
                <a:ea typeface="Arial"/>
                <a:cs typeface="Arial"/>
                <a:sym typeface="Arial"/>
              </a:rPr>
              <a:t>. That’s a little program that just repeats back whatever you send it.</a:t>
            </a:r>
          </a:p>
          <a:p>
            <a:r>
              <a:rPr lang="en-US" sz="1100" b="0" i="0" u="none" strike="noStrike" kern="1200" cap="none" dirty="0" smtClean="0">
                <a:solidFill>
                  <a:schemeClr val="tx1"/>
                </a:solidFill>
                <a:effectLst/>
                <a:latin typeface="Arial"/>
                <a:ea typeface="Arial"/>
                <a:cs typeface="Arial"/>
                <a:sym typeface="Arial"/>
              </a:rPr>
              <a:t>So the combination of </a:t>
            </a:r>
            <a:r>
              <a:rPr lang="en-US" sz="1100" b="1" i="0" u="none" strike="noStrike" kern="1200" cap="none" dirty="0" smtClean="0">
                <a:solidFill>
                  <a:schemeClr val="tx1"/>
                </a:solidFill>
                <a:effectLst/>
                <a:latin typeface="Arial"/>
                <a:ea typeface="Arial"/>
                <a:cs typeface="Arial"/>
                <a:sym typeface="Arial"/>
              </a:rPr>
              <a:t>IP address + port</a:t>
            </a:r>
            <a:r>
              <a:rPr lang="en-US" sz="1100" b="0" i="0" u="none" strike="noStrike" kern="1200" cap="none" dirty="0" smtClean="0">
                <a:solidFill>
                  <a:schemeClr val="tx1"/>
                </a:solidFill>
                <a:effectLst/>
                <a:latin typeface="Arial"/>
                <a:ea typeface="Arial"/>
                <a:cs typeface="Arial"/>
                <a:sym typeface="Arial"/>
              </a:rPr>
              <a:t> uniquely identifies the socket you’re talking to.</a:t>
            </a:r>
          </a:p>
          <a:p>
            <a:endParaRPr lang="en-US" dirty="0" smtClean="0"/>
          </a:p>
          <a:p>
            <a:pPr marL="0" lvl="0" indent="0" algn="l" rtl="0">
              <a:spcBef>
                <a:spcPts val="0"/>
              </a:spcBef>
              <a:spcAft>
                <a:spcPts val="0"/>
              </a:spcAft>
              <a:buNone/>
            </a:pPr>
            <a:endParaRPr dirty="0"/>
          </a:p>
        </p:txBody>
      </p:sp>
    </p:spTree>
    <p:extLst>
      <p:ext uri="{BB962C8B-B14F-4D97-AF65-F5344CB8AC3E}">
        <p14:creationId xmlns:p14="http://schemas.microsoft.com/office/powerpoint/2010/main" val="24701431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6"/>
        <p:cNvGrpSpPr/>
        <p:nvPr/>
      </p:nvGrpSpPr>
      <p:grpSpPr>
        <a:xfrm>
          <a:off x="0" y="0"/>
          <a:ext cx="0" cy="0"/>
          <a:chOff x="0" y="0"/>
          <a:chExt cx="0" cy="0"/>
        </a:xfrm>
      </p:grpSpPr>
      <p:sp>
        <p:nvSpPr>
          <p:cNvPr id="1807" name="Google Shape;1807;g1e71a4a866a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8" name="Google Shape;1808;g1e71a4a866a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079370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6"/>
        <p:cNvGrpSpPr/>
        <p:nvPr/>
      </p:nvGrpSpPr>
      <p:grpSpPr>
        <a:xfrm>
          <a:off x="0" y="0"/>
          <a:ext cx="0" cy="0"/>
          <a:chOff x="0" y="0"/>
          <a:chExt cx="0" cy="0"/>
        </a:xfrm>
      </p:grpSpPr>
      <p:sp>
        <p:nvSpPr>
          <p:cNvPr id="1807" name="Google Shape;1807;g1e71a4a866a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8" name="Google Shape;1808;g1e71a4a866a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38151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0"/>
        <p:cNvGrpSpPr/>
        <p:nvPr/>
      </p:nvGrpSpPr>
      <p:grpSpPr>
        <a:xfrm>
          <a:off x="0" y="0"/>
          <a:ext cx="0" cy="0"/>
          <a:chOff x="0" y="0"/>
          <a:chExt cx="0" cy="0"/>
        </a:xfrm>
      </p:grpSpPr>
      <p:sp>
        <p:nvSpPr>
          <p:cNvPr id="1501" name="Google Shape;1501;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2" name="Google Shape;1502;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smtClean="0"/>
              <a:t>UDP RTT code</a:t>
            </a:r>
          </a:p>
          <a:p>
            <a:r>
              <a:rPr lang="en-US" sz="1100" b="0" i="0" u="none" strike="noStrike" kern="1200" cap="none" dirty="0" smtClean="0">
                <a:solidFill>
                  <a:schemeClr val="tx1"/>
                </a:solidFill>
                <a:effectLst/>
                <a:latin typeface="Arial"/>
                <a:ea typeface="Arial"/>
                <a:cs typeface="Arial"/>
                <a:sym typeface="Arial"/>
              </a:rPr>
              <a:t>Let’s do our first exercise: measuring </a:t>
            </a:r>
            <a:r>
              <a:rPr lang="en-US" sz="1100" b="1" i="0" u="none" strike="noStrike" kern="1200" cap="none" dirty="0" smtClean="0">
                <a:solidFill>
                  <a:schemeClr val="tx1"/>
                </a:solidFill>
                <a:effectLst/>
                <a:latin typeface="Arial"/>
                <a:ea typeface="Arial"/>
                <a:cs typeface="Arial"/>
                <a:sym typeface="Arial"/>
              </a:rPr>
              <a:t>round-trip time</a:t>
            </a:r>
            <a:r>
              <a:rPr lang="en-US" sz="1100" b="0" i="0" u="none" strike="noStrike" kern="1200" cap="none" dirty="0" smtClean="0">
                <a:solidFill>
                  <a:schemeClr val="tx1"/>
                </a:solidFill>
                <a:effectLst/>
                <a:latin typeface="Arial"/>
                <a:ea typeface="Arial"/>
                <a:cs typeface="Arial"/>
                <a:sym typeface="Arial"/>
              </a:rPr>
              <a:t> with UDP.</a:t>
            </a:r>
          </a:p>
          <a:p>
            <a:r>
              <a:rPr lang="en-US" sz="1100" b="0" i="0" u="none" strike="noStrike" kern="1200" cap="none" dirty="0" smtClean="0">
                <a:solidFill>
                  <a:schemeClr val="tx1"/>
                </a:solidFill>
                <a:effectLst/>
                <a:latin typeface="Arial"/>
                <a:ea typeface="Arial"/>
                <a:cs typeface="Arial"/>
                <a:sym typeface="Arial"/>
              </a:rPr>
              <a:t>The idea is:</a:t>
            </a:r>
          </a:p>
          <a:p>
            <a:pPr lvl="0"/>
            <a:r>
              <a:rPr lang="en-US" sz="1100" b="0" i="0" u="none" strike="noStrike" kern="1200" cap="none" dirty="0" smtClean="0">
                <a:solidFill>
                  <a:schemeClr val="tx1"/>
                </a:solidFill>
                <a:effectLst/>
                <a:latin typeface="Arial"/>
                <a:ea typeface="Arial"/>
                <a:cs typeface="Arial"/>
                <a:sym typeface="Arial"/>
              </a:rPr>
              <a:t>The client sends a message to the server.</a:t>
            </a:r>
          </a:p>
          <a:p>
            <a:pPr lvl="0"/>
            <a:r>
              <a:rPr lang="en-US" sz="1100" b="0" i="0" u="none" strike="noStrike" kern="1200" cap="none" dirty="0" smtClean="0">
                <a:solidFill>
                  <a:schemeClr val="tx1"/>
                </a:solidFill>
                <a:effectLst/>
                <a:latin typeface="Arial"/>
                <a:ea typeface="Arial"/>
                <a:cs typeface="Arial"/>
                <a:sym typeface="Arial"/>
              </a:rPr>
              <a:t>The server immediately sends it back.</a:t>
            </a:r>
          </a:p>
          <a:p>
            <a:pPr lvl="0"/>
            <a:r>
              <a:rPr lang="en-US" sz="1100" b="0" i="0" u="none" strike="noStrike" kern="1200" cap="none" dirty="0" smtClean="0">
                <a:solidFill>
                  <a:schemeClr val="tx1"/>
                </a:solidFill>
                <a:effectLst/>
                <a:latin typeface="Arial"/>
                <a:ea typeface="Arial"/>
                <a:cs typeface="Arial"/>
                <a:sym typeface="Arial"/>
              </a:rPr>
              <a:t>The client measures how long that round trip took.</a:t>
            </a:r>
          </a:p>
          <a:p>
            <a:r>
              <a:rPr lang="en-US" sz="1100" b="0" i="0" u="none" strike="noStrike" kern="1200" cap="none" dirty="0" smtClean="0">
                <a:solidFill>
                  <a:schemeClr val="tx1"/>
                </a:solidFill>
                <a:effectLst/>
                <a:latin typeface="Arial"/>
                <a:ea typeface="Arial"/>
                <a:cs typeface="Arial"/>
                <a:sym typeface="Arial"/>
              </a:rPr>
              <a:t>This is like mailing a postcard and timing how long it takes until you get a reply.</a:t>
            </a:r>
          </a:p>
          <a:p>
            <a:r>
              <a:rPr lang="en-US" sz="1100" b="0" i="0" u="none" strike="noStrike" kern="1200" cap="none" dirty="0" smtClean="0">
                <a:solidFill>
                  <a:schemeClr val="tx1"/>
                </a:solidFill>
                <a:effectLst/>
                <a:latin typeface="Arial"/>
                <a:ea typeface="Arial"/>
                <a:cs typeface="Arial"/>
                <a:sym typeface="Arial"/>
              </a:rPr>
              <a:t>We’ll build this code skeleton together, step by step.</a:t>
            </a:r>
            <a:endParaRPr lang="en-US" dirty="0" smtClean="0"/>
          </a:p>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6"/>
        <p:cNvGrpSpPr/>
        <p:nvPr/>
      </p:nvGrpSpPr>
      <p:grpSpPr>
        <a:xfrm>
          <a:off x="0" y="0"/>
          <a:ext cx="0" cy="0"/>
          <a:chOff x="0" y="0"/>
          <a:chExt cx="0" cy="0"/>
        </a:xfrm>
      </p:grpSpPr>
      <p:sp>
        <p:nvSpPr>
          <p:cNvPr id="1807" name="Google Shape;1807;g1e71a4a866a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8" name="Google Shape;1808;g1e71a4a866a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kern="1200" cap="none" dirty="0" smtClean="0">
                <a:solidFill>
                  <a:schemeClr val="tx1"/>
                </a:solidFill>
                <a:effectLst/>
                <a:latin typeface="Arial"/>
                <a:ea typeface="Arial"/>
                <a:cs typeface="Arial"/>
                <a:sym typeface="Arial"/>
              </a:rPr>
              <a:t>Now it’s your turn to extend the skeleton into a little game: rock, paper, scissors.</a:t>
            </a:r>
          </a:p>
          <a:p>
            <a:r>
              <a:rPr lang="en-US" sz="1100" b="0" i="0" u="none" strike="noStrike" kern="1200" cap="none" dirty="0" smtClean="0">
                <a:solidFill>
                  <a:schemeClr val="tx1"/>
                </a:solidFill>
                <a:effectLst/>
                <a:latin typeface="Arial"/>
                <a:ea typeface="Arial"/>
                <a:cs typeface="Arial"/>
                <a:sym typeface="Arial"/>
              </a:rPr>
              <a:t>Here’s the plan:</a:t>
            </a:r>
          </a:p>
          <a:p>
            <a:pPr lvl="0"/>
            <a:r>
              <a:rPr lang="en-US" sz="1100" b="0" i="0" u="none" strike="noStrike" kern="1200" cap="none" dirty="0" smtClean="0">
                <a:solidFill>
                  <a:schemeClr val="tx1"/>
                </a:solidFill>
                <a:effectLst/>
                <a:latin typeface="Arial"/>
                <a:ea typeface="Arial"/>
                <a:cs typeface="Arial"/>
                <a:sym typeface="Arial"/>
              </a:rPr>
              <a:t>The server randomly picks rock, paper, or scissors.</a:t>
            </a:r>
          </a:p>
          <a:p>
            <a:pPr lvl="0"/>
            <a:r>
              <a:rPr lang="en-US" sz="1100" b="0" i="0" u="none" strike="noStrike" kern="1200" cap="none" dirty="0" smtClean="0">
                <a:solidFill>
                  <a:schemeClr val="tx1"/>
                </a:solidFill>
                <a:effectLst/>
                <a:latin typeface="Arial"/>
                <a:ea typeface="Arial"/>
                <a:cs typeface="Arial"/>
                <a:sym typeface="Arial"/>
              </a:rPr>
              <a:t>The client sends its choice.</a:t>
            </a:r>
          </a:p>
          <a:p>
            <a:pPr lvl="0"/>
            <a:r>
              <a:rPr lang="en-US" sz="1100" b="0" i="0" u="none" strike="noStrike" kern="1200" cap="none" dirty="0" smtClean="0">
                <a:solidFill>
                  <a:schemeClr val="tx1"/>
                </a:solidFill>
                <a:effectLst/>
                <a:latin typeface="Arial"/>
                <a:ea typeface="Arial"/>
                <a:cs typeface="Arial"/>
                <a:sym typeface="Arial"/>
              </a:rPr>
              <a:t>The server replies with the result: win, lose, or draw.</a:t>
            </a:r>
          </a:p>
          <a:p>
            <a:r>
              <a:rPr lang="en-US" sz="1100" b="0" i="0" u="none" strike="noStrike" kern="1200" cap="none" dirty="0" smtClean="0">
                <a:solidFill>
                  <a:schemeClr val="tx1"/>
                </a:solidFill>
                <a:effectLst/>
                <a:latin typeface="Arial"/>
                <a:ea typeface="Arial"/>
                <a:cs typeface="Arial"/>
                <a:sym typeface="Arial"/>
              </a:rPr>
              <a:t>It’s still UDP, so no handshake, no connection — just quick message exchanges.</a:t>
            </a:r>
            <a:endParaRPr lang="en-US" dirty="0" smtClean="0"/>
          </a:p>
          <a:p>
            <a:pPr marL="0" lvl="0" indent="0" algn="l" rtl="0">
              <a:spcBef>
                <a:spcPts val="0"/>
              </a:spcBef>
              <a:spcAft>
                <a:spcPts val="0"/>
              </a:spcAft>
              <a:buNone/>
            </a:pPr>
            <a:endParaRPr dirty="0"/>
          </a:p>
        </p:txBody>
      </p:sp>
    </p:spTree>
    <p:extLst>
      <p:ext uri="{BB962C8B-B14F-4D97-AF65-F5344CB8AC3E}">
        <p14:creationId xmlns:p14="http://schemas.microsoft.com/office/powerpoint/2010/main" val="6839476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6"/>
        <p:cNvGrpSpPr/>
        <p:nvPr/>
      </p:nvGrpSpPr>
      <p:grpSpPr>
        <a:xfrm>
          <a:off x="0" y="0"/>
          <a:ext cx="0" cy="0"/>
          <a:chOff x="0" y="0"/>
          <a:chExt cx="0" cy="0"/>
        </a:xfrm>
      </p:grpSpPr>
      <p:sp>
        <p:nvSpPr>
          <p:cNvPr id="1807" name="Google Shape;1807;g1e71a4a866a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8" name="Google Shape;1808;g1e71a4a866a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492991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6"/>
        <p:cNvGrpSpPr/>
        <p:nvPr/>
      </p:nvGrpSpPr>
      <p:grpSpPr>
        <a:xfrm>
          <a:off x="0" y="0"/>
          <a:ext cx="0" cy="0"/>
          <a:chOff x="0" y="0"/>
          <a:chExt cx="0" cy="0"/>
        </a:xfrm>
      </p:grpSpPr>
      <p:sp>
        <p:nvSpPr>
          <p:cNvPr id="1807" name="Google Shape;1807;g1e71a4a866a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8" name="Google Shape;1808;g1e71a4a866a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742745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0"/>
        <p:cNvGrpSpPr/>
        <p:nvPr/>
      </p:nvGrpSpPr>
      <p:grpSpPr>
        <a:xfrm>
          <a:off x="0" y="0"/>
          <a:ext cx="0" cy="0"/>
          <a:chOff x="0" y="0"/>
          <a:chExt cx="0" cy="0"/>
        </a:xfrm>
      </p:grpSpPr>
      <p:sp>
        <p:nvSpPr>
          <p:cNvPr id="1501" name="Google Shape;1501;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2" name="Google Shape;1502;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smtClean="0"/>
              <a:t>TCP RTT code</a:t>
            </a:r>
            <a:br>
              <a:rPr lang="en-US" dirty="0" smtClean="0"/>
            </a:br>
            <a:r>
              <a:rPr lang="en-US" sz="1100" b="0" i="0" u="none" strike="noStrike" kern="1200" cap="none" dirty="0" smtClean="0">
                <a:solidFill>
                  <a:schemeClr val="tx1"/>
                </a:solidFill>
                <a:effectLst/>
                <a:latin typeface="Arial"/>
                <a:ea typeface="Arial"/>
                <a:cs typeface="Arial"/>
                <a:sym typeface="Arial"/>
              </a:rPr>
              <a:t>Let’s repeat our round-trip time experiment, but now with TCP.</a:t>
            </a:r>
          </a:p>
          <a:p>
            <a:r>
              <a:rPr lang="en-US" sz="1100" b="0" i="0" u="none" strike="noStrike" kern="1200" cap="none" dirty="0" smtClean="0">
                <a:solidFill>
                  <a:schemeClr val="tx1"/>
                </a:solidFill>
                <a:effectLst/>
                <a:latin typeface="Arial"/>
                <a:ea typeface="Arial"/>
                <a:cs typeface="Arial"/>
                <a:sym typeface="Arial"/>
              </a:rPr>
              <a:t>This time:</a:t>
            </a:r>
          </a:p>
          <a:p>
            <a:pPr lvl="0"/>
            <a:r>
              <a:rPr lang="en-US" sz="1100" b="0" i="0" u="none" strike="noStrike" kern="1200" cap="none" dirty="0" smtClean="0">
                <a:solidFill>
                  <a:schemeClr val="tx1"/>
                </a:solidFill>
                <a:effectLst/>
                <a:latin typeface="Arial"/>
                <a:ea typeface="Arial"/>
                <a:cs typeface="Arial"/>
                <a:sym typeface="Arial"/>
              </a:rPr>
              <a:t>The client first connects to the server.</a:t>
            </a:r>
          </a:p>
          <a:p>
            <a:pPr lvl="0"/>
            <a:r>
              <a:rPr lang="en-US" sz="1100" b="0" i="0" u="none" strike="noStrike" kern="1200" cap="none" dirty="0" smtClean="0">
                <a:solidFill>
                  <a:schemeClr val="tx1"/>
                </a:solidFill>
                <a:effectLst/>
                <a:latin typeface="Arial"/>
                <a:ea typeface="Arial"/>
                <a:cs typeface="Arial"/>
                <a:sym typeface="Arial"/>
              </a:rPr>
              <a:t>Then the client sends a message.</a:t>
            </a:r>
          </a:p>
          <a:p>
            <a:pPr lvl="0"/>
            <a:r>
              <a:rPr lang="en-US" sz="1100" b="0" i="0" u="none" strike="noStrike" kern="1200" cap="none" dirty="0" smtClean="0">
                <a:solidFill>
                  <a:schemeClr val="tx1"/>
                </a:solidFill>
                <a:effectLst/>
                <a:latin typeface="Arial"/>
                <a:ea typeface="Arial"/>
                <a:cs typeface="Arial"/>
                <a:sym typeface="Arial"/>
              </a:rPr>
              <a:t>The server echoes it back.</a:t>
            </a:r>
          </a:p>
          <a:p>
            <a:pPr lvl="0"/>
            <a:r>
              <a:rPr lang="en-US" sz="1100" b="0" i="0" u="none" strike="noStrike" kern="1200" cap="none" dirty="0" smtClean="0">
                <a:solidFill>
                  <a:schemeClr val="tx1"/>
                </a:solidFill>
                <a:effectLst/>
                <a:latin typeface="Arial"/>
                <a:ea typeface="Arial"/>
                <a:cs typeface="Arial"/>
                <a:sym typeface="Arial"/>
              </a:rPr>
              <a:t>And the client measures how long it took.</a:t>
            </a:r>
          </a:p>
          <a:p>
            <a:r>
              <a:rPr lang="en-US" sz="1100" b="0" i="0" u="none" strike="noStrike" kern="1200" cap="none" dirty="0" smtClean="0">
                <a:solidFill>
                  <a:schemeClr val="tx1"/>
                </a:solidFill>
                <a:effectLst/>
                <a:latin typeface="Arial"/>
                <a:ea typeface="Arial"/>
                <a:cs typeface="Arial"/>
                <a:sym typeface="Arial"/>
              </a:rPr>
              <a:t>So this is like timing a message during a phone call, instead of using postcards</a:t>
            </a:r>
            <a:endParaRPr dirty="0"/>
          </a:p>
        </p:txBody>
      </p:sp>
    </p:spTree>
    <p:extLst>
      <p:ext uri="{BB962C8B-B14F-4D97-AF65-F5344CB8AC3E}">
        <p14:creationId xmlns:p14="http://schemas.microsoft.com/office/powerpoint/2010/main" val="38967115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6"/>
        <p:cNvGrpSpPr/>
        <p:nvPr/>
      </p:nvGrpSpPr>
      <p:grpSpPr>
        <a:xfrm>
          <a:off x="0" y="0"/>
          <a:ext cx="0" cy="0"/>
          <a:chOff x="0" y="0"/>
          <a:chExt cx="0" cy="0"/>
        </a:xfrm>
      </p:grpSpPr>
      <p:sp>
        <p:nvSpPr>
          <p:cNvPr id="1807" name="Google Shape;1807;g1e71a4a866a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8" name="Google Shape;1808;g1e71a4a866a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kern="1200" cap="none" dirty="0" smtClean="0">
                <a:solidFill>
                  <a:schemeClr val="tx1"/>
                </a:solidFill>
                <a:effectLst/>
                <a:latin typeface="Arial"/>
                <a:ea typeface="Arial"/>
                <a:cs typeface="Arial"/>
                <a:sym typeface="Arial"/>
              </a:rPr>
              <a:t>Now it’s your turn again. Let’s build a </a:t>
            </a:r>
            <a:r>
              <a:rPr lang="en-US" sz="1100" b="1" i="0" u="none" strike="noStrike" kern="1200" cap="none" dirty="0" smtClean="0">
                <a:solidFill>
                  <a:schemeClr val="tx1"/>
                </a:solidFill>
                <a:effectLst/>
                <a:latin typeface="Arial"/>
                <a:ea typeface="Arial"/>
                <a:cs typeface="Arial"/>
                <a:sym typeface="Arial"/>
              </a:rPr>
              <a:t>number guessing game</a:t>
            </a:r>
            <a:r>
              <a:rPr lang="en-US" sz="1100" b="0" i="0" u="none" strike="noStrike" kern="1200" cap="none" dirty="0" smtClean="0">
                <a:solidFill>
                  <a:schemeClr val="tx1"/>
                </a:solidFill>
                <a:effectLst/>
                <a:latin typeface="Arial"/>
                <a:ea typeface="Arial"/>
                <a:cs typeface="Arial"/>
                <a:sym typeface="Arial"/>
              </a:rPr>
              <a:t> using TCP.</a:t>
            </a:r>
          </a:p>
          <a:p>
            <a:r>
              <a:rPr lang="en-US" sz="1100" b="0" i="0" u="none" strike="noStrike" kern="1200" cap="none" dirty="0" smtClean="0">
                <a:solidFill>
                  <a:schemeClr val="tx1"/>
                </a:solidFill>
                <a:effectLst/>
                <a:latin typeface="Arial"/>
                <a:ea typeface="Arial"/>
                <a:cs typeface="Arial"/>
                <a:sym typeface="Arial"/>
              </a:rPr>
              <a:t>Here’s how it works:</a:t>
            </a:r>
          </a:p>
          <a:p>
            <a:pPr lvl="0"/>
            <a:r>
              <a:rPr lang="en-US" sz="1100" b="0" i="0" u="none" strike="noStrike" kern="1200" cap="none" dirty="0" smtClean="0">
                <a:solidFill>
                  <a:schemeClr val="tx1"/>
                </a:solidFill>
                <a:effectLst/>
                <a:latin typeface="Arial"/>
                <a:ea typeface="Arial"/>
                <a:cs typeface="Arial"/>
                <a:sym typeface="Arial"/>
              </a:rPr>
              <a:t>The server secretly picks a number.</a:t>
            </a:r>
          </a:p>
          <a:p>
            <a:pPr lvl="0"/>
            <a:r>
              <a:rPr lang="en-US" sz="1100" b="0" i="0" u="none" strike="noStrike" kern="1200" cap="none" dirty="0" smtClean="0">
                <a:solidFill>
                  <a:schemeClr val="tx1"/>
                </a:solidFill>
                <a:effectLst/>
                <a:latin typeface="Arial"/>
                <a:ea typeface="Arial"/>
                <a:cs typeface="Arial"/>
                <a:sym typeface="Arial"/>
              </a:rPr>
              <a:t>The client keeps sending guesses.</a:t>
            </a:r>
          </a:p>
          <a:p>
            <a:pPr lvl="0"/>
            <a:r>
              <a:rPr lang="en-US" sz="1100" b="0" i="0" u="none" strike="noStrike" kern="1200" cap="none" dirty="0" smtClean="0">
                <a:solidFill>
                  <a:schemeClr val="tx1"/>
                </a:solidFill>
                <a:effectLst/>
                <a:latin typeface="Arial"/>
                <a:ea typeface="Arial"/>
                <a:cs typeface="Arial"/>
                <a:sym typeface="Arial"/>
              </a:rPr>
              <a:t>The server replies with one of three answers: ‘too high’, ‘too low’, or ‘correct’.</a:t>
            </a:r>
          </a:p>
          <a:p>
            <a:pPr lvl="0"/>
            <a:r>
              <a:rPr lang="en-US" sz="1100" b="0" i="0" u="none" strike="noStrike" kern="1200" cap="none" dirty="0" smtClean="0">
                <a:solidFill>
                  <a:schemeClr val="tx1"/>
                </a:solidFill>
                <a:effectLst/>
                <a:latin typeface="Arial"/>
                <a:ea typeface="Arial"/>
                <a:cs typeface="Arial"/>
                <a:sym typeface="Arial"/>
              </a:rPr>
              <a:t>The game continues until the client guesses correctly.</a:t>
            </a:r>
          </a:p>
          <a:p>
            <a:r>
              <a:rPr lang="en-US" sz="1100" b="0" i="0" u="none" strike="noStrike" kern="1200" cap="none" dirty="0" smtClean="0">
                <a:solidFill>
                  <a:schemeClr val="tx1"/>
                </a:solidFill>
                <a:effectLst/>
                <a:latin typeface="Arial"/>
                <a:ea typeface="Arial"/>
                <a:cs typeface="Arial"/>
                <a:sym typeface="Arial"/>
              </a:rPr>
              <a:t>This is a great way to practice sending and receiving multiple messages in a row.</a:t>
            </a:r>
            <a:endParaRPr lang="en-US" dirty="0" smtClean="0"/>
          </a:p>
          <a:p>
            <a:pPr marL="0" lvl="0" indent="0" algn="l" rtl="0">
              <a:spcBef>
                <a:spcPts val="0"/>
              </a:spcBef>
              <a:spcAft>
                <a:spcPts val="0"/>
              </a:spcAft>
              <a:buNone/>
            </a:pPr>
            <a:endParaRPr dirty="0"/>
          </a:p>
        </p:txBody>
      </p:sp>
    </p:spTree>
    <p:extLst>
      <p:ext uri="{BB962C8B-B14F-4D97-AF65-F5344CB8AC3E}">
        <p14:creationId xmlns:p14="http://schemas.microsoft.com/office/powerpoint/2010/main" val="13848210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6"/>
        <p:cNvGrpSpPr/>
        <p:nvPr/>
      </p:nvGrpSpPr>
      <p:grpSpPr>
        <a:xfrm>
          <a:off x="0" y="0"/>
          <a:ext cx="0" cy="0"/>
          <a:chOff x="0" y="0"/>
          <a:chExt cx="0" cy="0"/>
        </a:xfrm>
      </p:grpSpPr>
      <p:sp>
        <p:nvSpPr>
          <p:cNvPr id="1807" name="Google Shape;1807;g1e71a4a866a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8" name="Google Shape;1808;g1e71a4a866a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kern="1200" cap="none" dirty="0" smtClean="0">
                <a:solidFill>
                  <a:schemeClr val="tx1"/>
                </a:solidFill>
                <a:effectLst/>
                <a:latin typeface="Arial"/>
                <a:ea typeface="Arial"/>
                <a:cs typeface="Arial"/>
                <a:sym typeface="Arial"/>
              </a:rPr>
              <a:t>Finally, for those of you who finish early, here’s a bonus challenge: </a:t>
            </a:r>
            <a:r>
              <a:rPr lang="en-US" sz="1100" b="1" i="0" u="none" strike="noStrike" kern="1200" cap="none" dirty="0" smtClean="0">
                <a:solidFill>
                  <a:schemeClr val="tx1"/>
                </a:solidFill>
                <a:effectLst/>
                <a:latin typeface="Arial"/>
                <a:ea typeface="Arial"/>
                <a:cs typeface="Arial"/>
                <a:sym typeface="Arial"/>
              </a:rPr>
              <a:t>Hangman</a:t>
            </a:r>
            <a:r>
              <a:rPr lang="en-US" sz="1100" b="0" i="0" u="none" strike="noStrike" kern="1200" cap="none" dirty="0" smtClean="0">
                <a:solidFill>
                  <a:schemeClr val="tx1"/>
                </a:solidFill>
                <a:effectLst/>
                <a:latin typeface="Arial"/>
                <a:ea typeface="Arial"/>
                <a:cs typeface="Arial"/>
                <a:sym typeface="Arial"/>
              </a:rPr>
              <a:t>.</a:t>
            </a:r>
          </a:p>
          <a:p>
            <a:r>
              <a:rPr lang="en-US" sz="1100" b="0" i="0" u="none" strike="noStrike" kern="1200" cap="none" dirty="0" smtClean="0">
                <a:solidFill>
                  <a:schemeClr val="tx1"/>
                </a:solidFill>
                <a:effectLst/>
                <a:latin typeface="Arial"/>
                <a:ea typeface="Arial"/>
                <a:cs typeface="Arial"/>
                <a:sym typeface="Arial"/>
              </a:rPr>
              <a:t>The server has a list of words and picks one at random.</a:t>
            </a:r>
            <a:br>
              <a:rPr lang="en-US" sz="1100" b="0" i="0" u="none" strike="noStrike" kern="1200" cap="none" dirty="0" smtClean="0">
                <a:solidFill>
                  <a:schemeClr val="tx1"/>
                </a:solidFill>
                <a:effectLst/>
                <a:latin typeface="Arial"/>
                <a:ea typeface="Arial"/>
                <a:cs typeface="Arial"/>
                <a:sym typeface="Arial"/>
              </a:rPr>
            </a:br>
            <a:r>
              <a:rPr lang="en-US" sz="1100" b="0" i="0" u="none" strike="noStrike" kern="1200" cap="none" dirty="0" smtClean="0">
                <a:solidFill>
                  <a:schemeClr val="tx1"/>
                </a:solidFill>
                <a:effectLst/>
                <a:latin typeface="Arial"/>
                <a:ea typeface="Arial"/>
                <a:cs typeface="Arial"/>
                <a:sym typeface="Arial"/>
              </a:rPr>
              <a:t>The client sends letter guesses.</a:t>
            </a:r>
            <a:br>
              <a:rPr lang="en-US" sz="1100" b="0" i="0" u="none" strike="noStrike" kern="1200" cap="none" dirty="0" smtClean="0">
                <a:solidFill>
                  <a:schemeClr val="tx1"/>
                </a:solidFill>
                <a:effectLst/>
                <a:latin typeface="Arial"/>
                <a:ea typeface="Arial"/>
                <a:cs typeface="Arial"/>
                <a:sym typeface="Arial"/>
              </a:rPr>
            </a:br>
            <a:r>
              <a:rPr lang="en-US" sz="1100" b="0" i="0" u="none" strike="noStrike" kern="1200" cap="none" dirty="0" smtClean="0">
                <a:solidFill>
                  <a:schemeClr val="tx1"/>
                </a:solidFill>
                <a:effectLst/>
                <a:latin typeface="Arial"/>
                <a:ea typeface="Arial"/>
                <a:cs typeface="Arial"/>
                <a:sym typeface="Arial"/>
              </a:rPr>
              <a:t>The server replies with the progress — for example, if the word is </a:t>
            </a:r>
            <a:r>
              <a:rPr lang="en-US" sz="1100" b="0" i="1" u="none" strike="noStrike" kern="1200" cap="none" dirty="0" smtClean="0">
                <a:solidFill>
                  <a:schemeClr val="tx1"/>
                </a:solidFill>
                <a:effectLst/>
                <a:latin typeface="Arial"/>
                <a:ea typeface="Arial"/>
                <a:cs typeface="Arial"/>
                <a:sym typeface="Arial"/>
              </a:rPr>
              <a:t>cat</a:t>
            </a:r>
            <a:r>
              <a:rPr lang="en-US" sz="1100" b="0" i="0" u="none" strike="noStrike" kern="1200" cap="none" dirty="0" smtClean="0">
                <a:solidFill>
                  <a:schemeClr val="tx1"/>
                </a:solidFill>
                <a:effectLst/>
                <a:latin typeface="Arial"/>
                <a:ea typeface="Arial"/>
                <a:cs typeface="Arial"/>
                <a:sym typeface="Arial"/>
              </a:rPr>
              <a:t> and the client guesses ‘c’, the server sends back ‘c * t’.</a:t>
            </a:r>
            <a:br>
              <a:rPr lang="en-US" sz="1100" b="0" i="0" u="none" strike="noStrike" kern="1200" cap="none" dirty="0" smtClean="0">
                <a:solidFill>
                  <a:schemeClr val="tx1"/>
                </a:solidFill>
                <a:effectLst/>
                <a:latin typeface="Arial"/>
                <a:ea typeface="Arial"/>
                <a:cs typeface="Arial"/>
                <a:sym typeface="Arial"/>
              </a:rPr>
            </a:br>
            <a:r>
              <a:rPr lang="en-US" sz="1100" b="0" i="0" u="none" strike="noStrike" kern="1200" cap="none" dirty="0" smtClean="0">
                <a:solidFill>
                  <a:schemeClr val="tx1"/>
                </a:solidFill>
                <a:effectLst/>
                <a:latin typeface="Arial"/>
                <a:ea typeface="Arial"/>
                <a:cs typeface="Arial"/>
                <a:sym typeface="Arial"/>
              </a:rPr>
              <a:t>The game continues until the word is guessed or the player runs out of attempts.</a:t>
            </a:r>
          </a:p>
          <a:p>
            <a:r>
              <a:rPr lang="en-US" sz="1100" b="0" i="0" u="none" strike="noStrike" kern="1200" cap="none" dirty="0" smtClean="0">
                <a:solidFill>
                  <a:schemeClr val="tx1"/>
                </a:solidFill>
                <a:effectLst/>
                <a:latin typeface="Arial"/>
                <a:ea typeface="Arial"/>
                <a:cs typeface="Arial"/>
                <a:sym typeface="Arial"/>
              </a:rPr>
              <a:t>Try it with TCP first, since it’s easier. </a:t>
            </a:r>
            <a:r>
              <a:rPr lang="en-US" sz="1100" b="0" i="0" u="none" strike="noStrike" kern="1200" cap="none" smtClean="0">
                <a:solidFill>
                  <a:schemeClr val="tx1"/>
                </a:solidFill>
                <a:effectLst/>
                <a:latin typeface="Arial"/>
                <a:ea typeface="Arial"/>
                <a:cs typeface="Arial"/>
                <a:sym typeface="Arial"/>
              </a:rPr>
              <a:t>If you’re feeling adventurous, try it with UDP too.</a:t>
            </a:r>
          </a:p>
          <a:p>
            <a:pPr marL="0" lvl="0" indent="0" algn="l" rtl="0">
              <a:spcBef>
                <a:spcPts val="0"/>
              </a:spcBef>
              <a:spcAft>
                <a:spcPts val="0"/>
              </a:spcAft>
              <a:buNone/>
            </a:pPr>
            <a:endParaRPr/>
          </a:p>
        </p:txBody>
      </p:sp>
    </p:spTree>
    <p:extLst>
      <p:ext uri="{BB962C8B-B14F-4D97-AF65-F5344CB8AC3E}">
        <p14:creationId xmlns:p14="http://schemas.microsoft.com/office/powerpoint/2010/main" val="3748895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800325" y="1468875"/>
            <a:ext cx="7543800" cy="17301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41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2275875" y="3198825"/>
            <a:ext cx="4592400" cy="4758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817341" y="-872068"/>
            <a:ext cx="10581139" cy="7505539"/>
            <a:chOff x="-817341" y="-872068"/>
            <a:chExt cx="10581139" cy="7505539"/>
          </a:xfrm>
        </p:grpSpPr>
        <p:grpSp>
          <p:nvGrpSpPr>
            <p:cNvPr id="12" name="Google Shape;12;p2"/>
            <p:cNvGrpSpPr/>
            <p:nvPr/>
          </p:nvGrpSpPr>
          <p:grpSpPr>
            <a:xfrm>
              <a:off x="4353534" y="3189744"/>
              <a:ext cx="5410264" cy="3443726"/>
              <a:chOff x="4353534" y="3189744"/>
              <a:chExt cx="5410264" cy="3443726"/>
            </a:xfrm>
          </p:grpSpPr>
          <p:sp>
            <p:nvSpPr>
              <p:cNvPr id="13" name="Google Shape;13;p2"/>
              <p:cNvSpPr/>
              <p:nvPr/>
            </p:nvSpPr>
            <p:spPr>
              <a:xfrm rot="10800000">
                <a:off x="9569398" y="5312996"/>
                <a:ext cx="194400" cy="194400"/>
              </a:xfrm>
              <a:prstGeom prst="ellipse">
                <a:avLst/>
              </a:prstGeom>
              <a:solidFill>
                <a:schemeClr val="accent1"/>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 name="Google Shape;14;p2"/>
              <p:cNvSpPr/>
              <p:nvPr/>
            </p:nvSpPr>
            <p:spPr>
              <a:xfrm rot="10800000">
                <a:off x="7135026" y="6232348"/>
                <a:ext cx="194400" cy="194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 name="Google Shape;15;p2"/>
              <p:cNvSpPr/>
              <p:nvPr/>
            </p:nvSpPr>
            <p:spPr>
              <a:xfrm rot="10800000">
                <a:off x="7563119" y="3751240"/>
                <a:ext cx="401400" cy="40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6" name="Google Shape;16;p2"/>
              <p:cNvSpPr/>
              <p:nvPr/>
            </p:nvSpPr>
            <p:spPr>
              <a:xfrm rot="10800000">
                <a:off x="8060378" y="5344924"/>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7" name="Google Shape;17;p2"/>
              <p:cNvSpPr/>
              <p:nvPr/>
            </p:nvSpPr>
            <p:spPr>
              <a:xfrm rot="10800000">
                <a:off x="9245065" y="6281371"/>
                <a:ext cx="96300" cy="963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8" name="Google Shape;18;p2"/>
              <p:cNvSpPr/>
              <p:nvPr/>
            </p:nvSpPr>
            <p:spPr>
              <a:xfrm rot="10800000">
                <a:off x="8060378" y="6502970"/>
                <a:ext cx="130500" cy="130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9" name="Google Shape;19;p2"/>
              <p:cNvSpPr/>
              <p:nvPr/>
            </p:nvSpPr>
            <p:spPr>
              <a:xfrm rot="10800000">
                <a:off x="8948809" y="4403302"/>
                <a:ext cx="130500" cy="130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0" name="Google Shape;20;p2"/>
              <p:cNvSpPr/>
              <p:nvPr/>
            </p:nvSpPr>
            <p:spPr>
              <a:xfrm rot="10800000">
                <a:off x="4353534" y="4683377"/>
                <a:ext cx="96300" cy="96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21" name="Google Shape;21;p2"/>
              <p:cNvCxnSpPr>
                <a:stCxn id="17" idx="5"/>
                <a:endCxn id="16" idx="1"/>
              </p:cNvCxnSpPr>
              <p:nvPr/>
            </p:nvCxnSpPr>
            <p:spPr>
              <a:xfrm rot="10800000">
                <a:off x="8171668" y="5456374"/>
                <a:ext cx="1087500" cy="839100"/>
              </a:xfrm>
              <a:prstGeom prst="straightConnector1">
                <a:avLst/>
              </a:prstGeom>
              <a:noFill/>
              <a:ln w="9525" cap="flat" cmpd="sng">
                <a:solidFill>
                  <a:schemeClr val="dk2"/>
                </a:solidFill>
                <a:prstDash val="solid"/>
                <a:round/>
                <a:headEnd type="none" w="med" len="med"/>
                <a:tailEnd type="none" w="med" len="med"/>
              </a:ln>
            </p:spPr>
          </p:cxnSp>
          <p:cxnSp>
            <p:nvCxnSpPr>
              <p:cNvPr id="22" name="Google Shape;22;p2"/>
              <p:cNvCxnSpPr>
                <a:stCxn id="18" idx="4"/>
                <a:endCxn id="16" idx="0"/>
              </p:cNvCxnSpPr>
              <p:nvPr/>
            </p:nvCxnSpPr>
            <p:spPr>
              <a:xfrm rot="10800000">
                <a:off x="8125628" y="5475470"/>
                <a:ext cx="0" cy="1027500"/>
              </a:xfrm>
              <a:prstGeom prst="straightConnector1">
                <a:avLst/>
              </a:prstGeom>
              <a:noFill/>
              <a:ln w="9525" cap="flat" cmpd="sng">
                <a:solidFill>
                  <a:schemeClr val="dk2"/>
                </a:solidFill>
                <a:prstDash val="solid"/>
                <a:round/>
                <a:headEnd type="none" w="med" len="med"/>
                <a:tailEnd type="none" w="med" len="med"/>
              </a:ln>
            </p:spPr>
          </p:cxnSp>
          <p:cxnSp>
            <p:nvCxnSpPr>
              <p:cNvPr id="23" name="Google Shape;23;p2"/>
              <p:cNvCxnSpPr>
                <a:stCxn id="13" idx="6"/>
                <a:endCxn id="16" idx="2"/>
              </p:cNvCxnSpPr>
              <p:nvPr/>
            </p:nvCxnSpPr>
            <p:spPr>
              <a:xfrm rot="10800000">
                <a:off x="8190898" y="5410196"/>
                <a:ext cx="1378500" cy="0"/>
              </a:xfrm>
              <a:prstGeom prst="straightConnector1">
                <a:avLst/>
              </a:prstGeom>
              <a:noFill/>
              <a:ln w="9525" cap="flat" cmpd="sng">
                <a:solidFill>
                  <a:schemeClr val="dk2"/>
                </a:solidFill>
                <a:prstDash val="solid"/>
                <a:round/>
                <a:headEnd type="none" w="med" len="med"/>
                <a:tailEnd type="none" w="med" len="med"/>
              </a:ln>
            </p:spPr>
          </p:cxnSp>
          <p:cxnSp>
            <p:nvCxnSpPr>
              <p:cNvPr id="24" name="Google Shape;24;p2"/>
              <p:cNvCxnSpPr>
                <a:stCxn id="13" idx="0"/>
                <a:endCxn id="17" idx="3"/>
              </p:cNvCxnSpPr>
              <p:nvPr/>
            </p:nvCxnSpPr>
            <p:spPr>
              <a:xfrm flipH="1">
                <a:off x="9327298" y="5507396"/>
                <a:ext cx="339300" cy="788100"/>
              </a:xfrm>
              <a:prstGeom prst="straightConnector1">
                <a:avLst/>
              </a:prstGeom>
              <a:noFill/>
              <a:ln w="9525" cap="flat" cmpd="sng">
                <a:solidFill>
                  <a:schemeClr val="dk2"/>
                </a:solidFill>
                <a:prstDash val="solid"/>
                <a:round/>
                <a:headEnd type="none" w="med" len="med"/>
                <a:tailEnd type="none" w="med" len="med"/>
              </a:ln>
            </p:spPr>
          </p:cxnSp>
          <p:cxnSp>
            <p:nvCxnSpPr>
              <p:cNvPr id="25" name="Google Shape;25;p2"/>
              <p:cNvCxnSpPr>
                <a:stCxn id="17" idx="7"/>
                <a:endCxn id="18" idx="2"/>
              </p:cNvCxnSpPr>
              <p:nvPr/>
            </p:nvCxnSpPr>
            <p:spPr>
              <a:xfrm flipH="1">
                <a:off x="8190868" y="6363568"/>
                <a:ext cx="1068300" cy="204600"/>
              </a:xfrm>
              <a:prstGeom prst="straightConnector1">
                <a:avLst/>
              </a:prstGeom>
              <a:noFill/>
              <a:ln w="9525" cap="flat" cmpd="sng">
                <a:solidFill>
                  <a:schemeClr val="dk2"/>
                </a:solidFill>
                <a:prstDash val="solid"/>
                <a:round/>
                <a:headEnd type="none" w="med" len="med"/>
                <a:tailEnd type="none" w="med" len="med"/>
              </a:ln>
            </p:spPr>
          </p:cxnSp>
          <p:cxnSp>
            <p:nvCxnSpPr>
              <p:cNvPr id="26" name="Google Shape;26;p2"/>
              <p:cNvCxnSpPr>
                <a:stCxn id="18" idx="6"/>
                <a:endCxn id="14" idx="2"/>
              </p:cNvCxnSpPr>
              <p:nvPr/>
            </p:nvCxnSpPr>
            <p:spPr>
              <a:xfrm rot="10800000">
                <a:off x="7329278" y="6329420"/>
                <a:ext cx="731100" cy="238800"/>
              </a:xfrm>
              <a:prstGeom prst="straightConnector1">
                <a:avLst/>
              </a:prstGeom>
              <a:noFill/>
              <a:ln w="9525" cap="flat" cmpd="sng">
                <a:solidFill>
                  <a:schemeClr val="dk2"/>
                </a:solidFill>
                <a:prstDash val="solid"/>
                <a:round/>
                <a:headEnd type="none" w="med" len="med"/>
                <a:tailEnd type="none" w="med" len="med"/>
              </a:ln>
            </p:spPr>
          </p:cxnSp>
          <p:cxnSp>
            <p:nvCxnSpPr>
              <p:cNvPr id="27" name="Google Shape;27;p2"/>
              <p:cNvCxnSpPr>
                <a:stCxn id="16" idx="7"/>
                <a:endCxn id="14" idx="3"/>
              </p:cNvCxnSpPr>
              <p:nvPr/>
            </p:nvCxnSpPr>
            <p:spPr>
              <a:xfrm flipH="1">
                <a:off x="7300989" y="5456313"/>
                <a:ext cx="778500" cy="804600"/>
              </a:xfrm>
              <a:prstGeom prst="straightConnector1">
                <a:avLst/>
              </a:prstGeom>
              <a:noFill/>
              <a:ln w="9525" cap="flat" cmpd="sng">
                <a:solidFill>
                  <a:schemeClr val="dk2"/>
                </a:solidFill>
                <a:prstDash val="solid"/>
                <a:round/>
                <a:headEnd type="none" w="med" len="med"/>
                <a:tailEnd type="none" w="med" len="med"/>
              </a:ln>
            </p:spPr>
          </p:cxnSp>
          <p:cxnSp>
            <p:nvCxnSpPr>
              <p:cNvPr id="28" name="Google Shape;28;p2"/>
              <p:cNvCxnSpPr>
                <a:stCxn id="13" idx="5"/>
                <a:endCxn id="19" idx="1"/>
              </p:cNvCxnSpPr>
              <p:nvPr/>
            </p:nvCxnSpPr>
            <p:spPr>
              <a:xfrm rot="10800000">
                <a:off x="9060267" y="4514665"/>
                <a:ext cx="537600" cy="826800"/>
              </a:xfrm>
              <a:prstGeom prst="straightConnector1">
                <a:avLst/>
              </a:prstGeom>
              <a:noFill/>
              <a:ln w="9525" cap="flat" cmpd="sng">
                <a:solidFill>
                  <a:schemeClr val="dk2"/>
                </a:solidFill>
                <a:prstDash val="solid"/>
                <a:round/>
                <a:headEnd type="none" w="med" len="med"/>
                <a:tailEnd type="none" w="med" len="med"/>
              </a:ln>
            </p:spPr>
          </p:cxnSp>
          <p:cxnSp>
            <p:nvCxnSpPr>
              <p:cNvPr id="29" name="Google Shape;29;p2"/>
              <p:cNvCxnSpPr>
                <a:stCxn id="19" idx="7"/>
                <a:endCxn id="16" idx="3"/>
              </p:cNvCxnSpPr>
              <p:nvPr/>
            </p:nvCxnSpPr>
            <p:spPr>
              <a:xfrm flipH="1">
                <a:off x="8171720" y="4514691"/>
                <a:ext cx="796200" cy="849300"/>
              </a:xfrm>
              <a:prstGeom prst="straightConnector1">
                <a:avLst/>
              </a:prstGeom>
              <a:noFill/>
              <a:ln w="9525" cap="flat" cmpd="sng">
                <a:solidFill>
                  <a:schemeClr val="dk2"/>
                </a:solidFill>
                <a:prstDash val="solid"/>
                <a:round/>
                <a:headEnd type="none" w="med" len="med"/>
                <a:tailEnd type="none" w="med" len="med"/>
              </a:ln>
            </p:spPr>
          </p:cxnSp>
          <p:cxnSp>
            <p:nvCxnSpPr>
              <p:cNvPr id="30" name="Google Shape;30;p2"/>
              <p:cNvCxnSpPr>
                <a:stCxn id="19" idx="7"/>
                <a:endCxn id="15" idx="1"/>
              </p:cNvCxnSpPr>
              <p:nvPr/>
            </p:nvCxnSpPr>
            <p:spPr>
              <a:xfrm rot="10800000">
                <a:off x="7905620" y="4093791"/>
                <a:ext cx="1062300" cy="420900"/>
              </a:xfrm>
              <a:prstGeom prst="straightConnector1">
                <a:avLst/>
              </a:prstGeom>
              <a:noFill/>
              <a:ln w="9525" cap="flat" cmpd="sng">
                <a:solidFill>
                  <a:schemeClr val="dk2"/>
                </a:solidFill>
                <a:prstDash val="solid"/>
                <a:round/>
                <a:headEnd type="none" w="med" len="med"/>
                <a:tailEnd type="none" w="med" len="med"/>
              </a:ln>
            </p:spPr>
          </p:cxnSp>
          <p:cxnSp>
            <p:nvCxnSpPr>
              <p:cNvPr id="31" name="Google Shape;31;p2"/>
              <p:cNvCxnSpPr>
                <a:stCxn id="15" idx="0"/>
                <a:endCxn id="16" idx="5"/>
              </p:cNvCxnSpPr>
              <p:nvPr/>
            </p:nvCxnSpPr>
            <p:spPr>
              <a:xfrm>
                <a:off x="7763819" y="4152640"/>
                <a:ext cx="315600" cy="1211400"/>
              </a:xfrm>
              <a:prstGeom prst="straightConnector1">
                <a:avLst/>
              </a:prstGeom>
              <a:noFill/>
              <a:ln w="9525" cap="flat" cmpd="sng">
                <a:solidFill>
                  <a:schemeClr val="dk2"/>
                </a:solidFill>
                <a:prstDash val="solid"/>
                <a:round/>
                <a:headEnd type="none" w="med" len="med"/>
                <a:tailEnd type="none" w="med" len="med"/>
              </a:ln>
            </p:spPr>
          </p:cxnSp>
          <p:cxnSp>
            <p:nvCxnSpPr>
              <p:cNvPr id="32" name="Google Shape;32;p2"/>
              <p:cNvCxnSpPr>
                <a:stCxn id="15" idx="7"/>
                <a:endCxn id="20" idx="2"/>
              </p:cNvCxnSpPr>
              <p:nvPr/>
            </p:nvCxnSpPr>
            <p:spPr>
              <a:xfrm flipH="1">
                <a:off x="4449703" y="4093857"/>
                <a:ext cx="3172200" cy="637800"/>
              </a:xfrm>
              <a:prstGeom prst="straightConnector1">
                <a:avLst/>
              </a:prstGeom>
              <a:noFill/>
              <a:ln w="9525" cap="flat" cmpd="sng">
                <a:solidFill>
                  <a:schemeClr val="dk2"/>
                </a:solidFill>
                <a:prstDash val="solid"/>
                <a:round/>
                <a:headEnd type="none" w="med" len="med"/>
                <a:tailEnd type="none" w="med" len="med"/>
              </a:ln>
            </p:spPr>
          </p:cxnSp>
          <p:cxnSp>
            <p:nvCxnSpPr>
              <p:cNvPr id="33" name="Google Shape;33;p2"/>
              <p:cNvCxnSpPr>
                <a:stCxn id="20" idx="1"/>
                <a:endCxn id="14" idx="5"/>
              </p:cNvCxnSpPr>
              <p:nvPr/>
            </p:nvCxnSpPr>
            <p:spPr>
              <a:xfrm>
                <a:off x="4435731" y="4765575"/>
                <a:ext cx="2727900" cy="1495200"/>
              </a:xfrm>
              <a:prstGeom prst="straightConnector1">
                <a:avLst/>
              </a:prstGeom>
              <a:noFill/>
              <a:ln w="9525" cap="flat" cmpd="sng">
                <a:solidFill>
                  <a:schemeClr val="dk2"/>
                </a:solidFill>
                <a:prstDash val="solid"/>
                <a:round/>
                <a:headEnd type="none" w="med" len="med"/>
                <a:tailEnd type="none" w="med" len="med"/>
              </a:ln>
            </p:spPr>
          </p:cxnSp>
          <p:cxnSp>
            <p:nvCxnSpPr>
              <p:cNvPr id="34" name="Google Shape;34;p2"/>
              <p:cNvCxnSpPr>
                <a:stCxn id="17" idx="6"/>
                <a:endCxn id="20" idx="1"/>
              </p:cNvCxnSpPr>
              <p:nvPr/>
            </p:nvCxnSpPr>
            <p:spPr>
              <a:xfrm rot="10800000">
                <a:off x="4435765" y="4765621"/>
                <a:ext cx="4809300" cy="1563900"/>
              </a:xfrm>
              <a:prstGeom prst="straightConnector1">
                <a:avLst/>
              </a:prstGeom>
              <a:noFill/>
              <a:ln w="9525" cap="flat" cmpd="sng">
                <a:solidFill>
                  <a:schemeClr val="dk2"/>
                </a:solidFill>
                <a:prstDash val="solid"/>
                <a:round/>
                <a:headEnd type="none" w="med" len="med"/>
                <a:tailEnd type="none" w="med" len="med"/>
              </a:ln>
            </p:spPr>
          </p:cxnSp>
          <p:cxnSp>
            <p:nvCxnSpPr>
              <p:cNvPr id="35" name="Google Shape;35;p2"/>
              <p:cNvCxnSpPr>
                <a:stCxn id="14" idx="4"/>
                <a:endCxn id="15" idx="0"/>
              </p:cNvCxnSpPr>
              <p:nvPr/>
            </p:nvCxnSpPr>
            <p:spPr>
              <a:xfrm rot="10800000" flipH="1">
                <a:off x="7232226" y="4152748"/>
                <a:ext cx="531600" cy="2079600"/>
              </a:xfrm>
              <a:prstGeom prst="straightConnector1">
                <a:avLst/>
              </a:prstGeom>
              <a:noFill/>
              <a:ln w="9525" cap="flat" cmpd="sng">
                <a:solidFill>
                  <a:schemeClr val="dk2"/>
                </a:solidFill>
                <a:prstDash val="solid"/>
                <a:round/>
                <a:headEnd type="none" w="med" len="med"/>
                <a:tailEnd type="none" w="med" len="med"/>
              </a:ln>
            </p:spPr>
          </p:cxnSp>
          <p:cxnSp>
            <p:nvCxnSpPr>
              <p:cNvPr id="36" name="Google Shape;36;p2"/>
              <p:cNvCxnSpPr>
                <a:stCxn id="13" idx="5"/>
                <a:endCxn id="15" idx="0"/>
              </p:cNvCxnSpPr>
              <p:nvPr/>
            </p:nvCxnSpPr>
            <p:spPr>
              <a:xfrm rot="10800000">
                <a:off x="7763967" y="4152565"/>
                <a:ext cx="1833900" cy="1188900"/>
              </a:xfrm>
              <a:prstGeom prst="straightConnector1">
                <a:avLst/>
              </a:prstGeom>
              <a:noFill/>
              <a:ln w="9525" cap="flat" cmpd="sng">
                <a:solidFill>
                  <a:schemeClr val="dk2"/>
                </a:solidFill>
                <a:prstDash val="solid"/>
                <a:round/>
                <a:headEnd type="none" w="med" len="med"/>
                <a:tailEnd type="none" w="med" len="med"/>
              </a:ln>
            </p:spPr>
          </p:cxnSp>
          <p:sp>
            <p:nvSpPr>
              <p:cNvPr id="37" name="Google Shape;37;p2"/>
              <p:cNvSpPr/>
              <p:nvPr/>
            </p:nvSpPr>
            <p:spPr>
              <a:xfrm rot="10800000">
                <a:off x="5902359" y="4069463"/>
                <a:ext cx="130500" cy="130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38" name="Google Shape;38;p2"/>
              <p:cNvCxnSpPr>
                <a:stCxn id="20" idx="2"/>
                <a:endCxn id="37" idx="7"/>
              </p:cNvCxnSpPr>
              <p:nvPr/>
            </p:nvCxnSpPr>
            <p:spPr>
              <a:xfrm rot="10800000" flipH="1">
                <a:off x="4449834" y="4180727"/>
                <a:ext cx="1471500" cy="550800"/>
              </a:xfrm>
              <a:prstGeom prst="straightConnector1">
                <a:avLst/>
              </a:prstGeom>
              <a:noFill/>
              <a:ln w="9525" cap="flat" cmpd="sng">
                <a:solidFill>
                  <a:schemeClr val="dk2"/>
                </a:solidFill>
                <a:prstDash val="solid"/>
                <a:round/>
                <a:headEnd type="none" w="med" len="med"/>
                <a:tailEnd type="none" w="med" len="med"/>
              </a:ln>
            </p:spPr>
          </p:cxnSp>
          <p:cxnSp>
            <p:nvCxnSpPr>
              <p:cNvPr id="39" name="Google Shape;39;p2"/>
              <p:cNvCxnSpPr>
                <a:stCxn id="37" idx="2"/>
                <a:endCxn id="15" idx="6"/>
              </p:cNvCxnSpPr>
              <p:nvPr/>
            </p:nvCxnSpPr>
            <p:spPr>
              <a:xfrm rot="10800000" flipH="1">
                <a:off x="6032859" y="3952013"/>
                <a:ext cx="1530300" cy="182700"/>
              </a:xfrm>
              <a:prstGeom prst="straightConnector1">
                <a:avLst/>
              </a:prstGeom>
              <a:noFill/>
              <a:ln w="9525" cap="flat" cmpd="sng">
                <a:solidFill>
                  <a:schemeClr val="dk2"/>
                </a:solidFill>
                <a:prstDash val="solid"/>
                <a:round/>
                <a:headEnd type="none" w="med" len="med"/>
                <a:tailEnd type="none" w="med" len="med"/>
              </a:ln>
            </p:spPr>
          </p:cxnSp>
          <p:cxnSp>
            <p:nvCxnSpPr>
              <p:cNvPr id="40" name="Google Shape;40;p2"/>
              <p:cNvCxnSpPr>
                <a:stCxn id="37" idx="0"/>
                <a:endCxn id="14" idx="4"/>
              </p:cNvCxnSpPr>
              <p:nvPr/>
            </p:nvCxnSpPr>
            <p:spPr>
              <a:xfrm>
                <a:off x="5967609" y="4199963"/>
                <a:ext cx="1264500" cy="2032500"/>
              </a:xfrm>
              <a:prstGeom prst="straightConnector1">
                <a:avLst/>
              </a:prstGeom>
              <a:noFill/>
              <a:ln w="9525" cap="flat" cmpd="sng">
                <a:solidFill>
                  <a:schemeClr val="dk2"/>
                </a:solidFill>
                <a:prstDash val="solid"/>
                <a:round/>
                <a:headEnd type="none" w="med" len="med"/>
                <a:tailEnd type="none" w="med" len="med"/>
              </a:ln>
            </p:spPr>
          </p:cxnSp>
          <p:cxnSp>
            <p:nvCxnSpPr>
              <p:cNvPr id="41" name="Google Shape;41;p2"/>
              <p:cNvCxnSpPr>
                <a:stCxn id="37" idx="1"/>
                <a:endCxn id="16" idx="5"/>
              </p:cNvCxnSpPr>
              <p:nvPr/>
            </p:nvCxnSpPr>
            <p:spPr>
              <a:xfrm>
                <a:off x="6013748" y="4180852"/>
                <a:ext cx="2065800" cy="1183200"/>
              </a:xfrm>
              <a:prstGeom prst="straightConnector1">
                <a:avLst/>
              </a:prstGeom>
              <a:noFill/>
              <a:ln w="9525" cap="flat" cmpd="sng">
                <a:solidFill>
                  <a:schemeClr val="dk2"/>
                </a:solidFill>
                <a:prstDash val="solid"/>
                <a:round/>
                <a:headEnd type="none" w="med" len="med"/>
                <a:tailEnd type="none" w="med" len="med"/>
              </a:ln>
            </p:spPr>
          </p:cxnSp>
          <p:sp>
            <p:nvSpPr>
              <p:cNvPr id="42" name="Google Shape;42;p2"/>
              <p:cNvSpPr/>
              <p:nvPr/>
            </p:nvSpPr>
            <p:spPr>
              <a:xfrm rot="10800000">
                <a:off x="8782916" y="3189744"/>
                <a:ext cx="194400" cy="194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43" name="Google Shape;43;p2"/>
              <p:cNvCxnSpPr>
                <a:stCxn id="15" idx="2"/>
                <a:endCxn id="42" idx="6"/>
              </p:cNvCxnSpPr>
              <p:nvPr/>
            </p:nvCxnSpPr>
            <p:spPr>
              <a:xfrm rot="10800000" flipH="1">
                <a:off x="7964519" y="3286840"/>
                <a:ext cx="818400" cy="665100"/>
              </a:xfrm>
              <a:prstGeom prst="straightConnector1">
                <a:avLst/>
              </a:prstGeom>
              <a:noFill/>
              <a:ln w="9525" cap="flat" cmpd="sng">
                <a:solidFill>
                  <a:schemeClr val="dk2"/>
                </a:solidFill>
                <a:prstDash val="solid"/>
                <a:round/>
                <a:headEnd type="none" w="med" len="med"/>
                <a:tailEnd type="none" w="med" len="med"/>
              </a:ln>
            </p:spPr>
          </p:cxnSp>
          <p:cxnSp>
            <p:nvCxnSpPr>
              <p:cNvPr id="44" name="Google Shape;44;p2"/>
              <p:cNvCxnSpPr>
                <a:stCxn id="42" idx="1"/>
                <a:endCxn id="19" idx="5"/>
              </p:cNvCxnSpPr>
              <p:nvPr/>
            </p:nvCxnSpPr>
            <p:spPr>
              <a:xfrm>
                <a:off x="8948847" y="3355675"/>
                <a:ext cx="19200" cy="1066800"/>
              </a:xfrm>
              <a:prstGeom prst="straightConnector1">
                <a:avLst/>
              </a:prstGeom>
              <a:noFill/>
              <a:ln w="9525" cap="flat" cmpd="sng">
                <a:solidFill>
                  <a:schemeClr val="dk2"/>
                </a:solidFill>
                <a:prstDash val="solid"/>
                <a:round/>
                <a:headEnd type="none" w="med" len="med"/>
                <a:tailEnd type="none" w="med" len="med"/>
              </a:ln>
            </p:spPr>
          </p:cxnSp>
        </p:grpSp>
        <p:grpSp>
          <p:nvGrpSpPr>
            <p:cNvPr id="45" name="Google Shape;45;p2"/>
            <p:cNvGrpSpPr/>
            <p:nvPr/>
          </p:nvGrpSpPr>
          <p:grpSpPr>
            <a:xfrm>
              <a:off x="-817341" y="-872068"/>
              <a:ext cx="4052739" cy="3509076"/>
              <a:chOff x="-817341" y="-872068"/>
              <a:chExt cx="4052739" cy="3509076"/>
            </a:xfrm>
          </p:grpSpPr>
          <p:sp>
            <p:nvSpPr>
              <p:cNvPr id="46" name="Google Shape;46;p2"/>
              <p:cNvSpPr/>
              <p:nvPr/>
            </p:nvSpPr>
            <p:spPr>
              <a:xfrm rot="10800000">
                <a:off x="3040998" y="322921"/>
                <a:ext cx="194400" cy="194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7" name="Google Shape;47;p2"/>
              <p:cNvSpPr/>
              <p:nvPr/>
            </p:nvSpPr>
            <p:spPr>
              <a:xfrm rot="10800000">
                <a:off x="-550449" y="1549860"/>
                <a:ext cx="194400" cy="19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8" name="Google Shape;48;p2"/>
              <p:cNvSpPr/>
              <p:nvPr/>
            </p:nvSpPr>
            <p:spPr>
              <a:xfrm rot="10800000">
                <a:off x="-58406" y="-586660"/>
                <a:ext cx="401400" cy="401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9" name="Google Shape;49;p2"/>
              <p:cNvSpPr/>
              <p:nvPr/>
            </p:nvSpPr>
            <p:spPr>
              <a:xfrm rot="10800000">
                <a:off x="374903" y="662437"/>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0" name="Google Shape;50;p2"/>
              <p:cNvSpPr/>
              <p:nvPr/>
            </p:nvSpPr>
            <p:spPr>
              <a:xfrm rot="10800000">
                <a:off x="1102390" y="1217883"/>
                <a:ext cx="96300" cy="96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1" name="Google Shape;51;p2"/>
              <p:cNvSpPr/>
              <p:nvPr/>
            </p:nvSpPr>
            <p:spPr>
              <a:xfrm rot="10800000">
                <a:off x="288828" y="2506508"/>
                <a:ext cx="130500" cy="130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2" name="Google Shape;52;p2"/>
              <p:cNvSpPr/>
              <p:nvPr/>
            </p:nvSpPr>
            <p:spPr>
              <a:xfrm rot="10800000">
                <a:off x="1455496" y="369115"/>
                <a:ext cx="130500" cy="130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3" name="Google Shape;53;p2"/>
              <p:cNvSpPr/>
              <p:nvPr/>
            </p:nvSpPr>
            <p:spPr>
              <a:xfrm rot="10800000">
                <a:off x="-817341" y="534290"/>
                <a:ext cx="96300" cy="96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4" name="Google Shape;54;p2"/>
              <p:cNvCxnSpPr>
                <a:stCxn id="50" idx="5"/>
                <a:endCxn id="49" idx="1"/>
              </p:cNvCxnSpPr>
              <p:nvPr/>
            </p:nvCxnSpPr>
            <p:spPr>
              <a:xfrm rot="10800000">
                <a:off x="486193" y="773886"/>
                <a:ext cx="630300" cy="458100"/>
              </a:xfrm>
              <a:prstGeom prst="straightConnector1">
                <a:avLst/>
              </a:prstGeom>
              <a:noFill/>
              <a:ln w="9525" cap="flat" cmpd="sng">
                <a:solidFill>
                  <a:schemeClr val="dk2"/>
                </a:solidFill>
                <a:prstDash val="solid"/>
                <a:round/>
                <a:headEnd type="none" w="med" len="med"/>
                <a:tailEnd type="none" w="med" len="med"/>
              </a:ln>
            </p:spPr>
          </p:cxnSp>
          <p:cxnSp>
            <p:nvCxnSpPr>
              <p:cNvPr id="55" name="Google Shape;55;p2"/>
              <p:cNvCxnSpPr>
                <a:stCxn id="51" idx="4"/>
                <a:endCxn id="49" idx="0"/>
              </p:cNvCxnSpPr>
              <p:nvPr/>
            </p:nvCxnSpPr>
            <p:spPr>
              <a:xfrm rot="10800000" flipH="1">
                <a:off x="354078" y="792908"/>
                <a:ext cx="86100" cy="1713600"/>
              </a:xfrm>
              <a:prstGeom prst="straightConnector1">
                <a:avLst/>
              </a:prstGeom>
              <a:noFill/>
              <a:ln w="9525" cap="flat" cmpd="sng">
                <a:solidFill>
                  <a:schemeClr val="dk2"/>
                </a:solidFill>
                <a:prstDash val="solid"/>
                <a:round/>
                <a:headEnd type="none" w="med" len="med"/>
                <a:tailEnd type="none" w="med" len="med"/>
              </a:ln>
            </p:spPr>
          </p:cxnSp>
          <p:cxnSp>
            <p:nvCxnSpPr>
              <p:cNvPr id="56" name="Google Shape;56;p2"/>
              <p:cNvCxnSpPr>
                <a:stCxn id="46" idx="6"/>
                <a:endCxn id="50" idx="3"/>
              </p:cNvCxnSpPr>
              <p:nvPr/>
            </p:nvCxnSpPr>
            <p:spPr>
              <a:xfrm flipH="1">
                <a:off x="1184598" y="420121"/>
                <a:ext cx="1856400" cy="811800"/>
              </a:xfrm>
              <a:prstGeom prst="straightConnector1">
                <a:avLst/>
              </a:prstGeom>
              <a:noFill/>
              <a:ln w="9525" cap="flat" cmpd="sng">
                <a:solidFill>
                  <a:schemeClr val="dk2"/>
                </a:solidFill>
                <a:prstDash val="solid"/>
                <a:round/>
                <a:headEnd type="none" w="med" len="med"/>
                <a:tailEnd type="none" w="med" len="med"/>
              </a:ln>
            </p:spPr>
          </p:cxnSp>
          <p:cxnSp>
            <p:nvCxnSpPr>
              <p:cNvPr id="57" name="Google Shape;57;p2"/>
              <p:cNvCxnSpPr>
                <a:stCxn id="50" idx="7"/>
                <a:endCxn id="51" idx="2"/>
              </p:cNvCxnSpPr>
              <p:nvPr/>
            </p:nvCxnSpPr>
            <p:spPr>
              <a:xfrm flipH="1">
                <a:off x="419293" y="1300080"/>
                <a:ext cx="697200" cy="1271700"/>
              </a:xfrm>
              <a:prstGeom prst="straightConnector1">
                <a:avLst/>
              </a:prstGeom>
              <a:noFill/>
              <a:ln w="9525" cap="flat" cmpd="sng">
                <a:solidFill>
                  <a:schemeClr val="dk2"/>
                </a:solidFill>
                <a:prstDash val="solid"/>
                <a:round/>
                <a:headEnd type="none" w="med" len="med"/>
                <a:tailEnd type="none" w="med" len="med"/>
              </a:ln>
            </p:spPr>
          </p:cxnSp>
          <p:cxnSp>
            <p:nvCxnSpPr>
              <p:cNvPr id="58" name="Google Shape;58;p2"/>
              <p:cNvCxnSpPr>
                <a:stCxn id="51" idx="6"/>
                <a:endCxn id="47" idx="1"/>
              </p:cNvCxnSpPr>
              <p:nvPr/>
            </p:nvCxnSpPr>
            <p:spPr>
              <a:xfrm rot="10800000">
                <a:off x="-384372" y="1715858"/>
                <a:ext cx="673200" cy="855900"/>
              </a:xfrm>
              <a:prstGeom prst="straightConnector1">
                <a:avLst/>
              </a:prstGeom>
              <a:noFill/>
              <a:ln w="9525" cap="flat" cmpd="sng">
                <a:solidFill>
                  <a:schemeClr val="dk2"/>
                </a:solidFill>
                <a:prstDash val="solid"/>
                <a:round/>
                <a:headEnd type="none" w="med" len="med"/>
                <a:tailEnd type="none" w="med" len="med"/>
              </a:ln>
            </p:spPr>
          </p:cxnSp>
          <p:cxnSp>
            <p:nvCxnSpPr>
              <p:cNvPr id="59" name="Google Shape;59;p2"/>
              <p:cNvCxnSpPr>
                <a:stCxn id="49" idx="7"/>
                <a:endCxn id="47" idx="3"/>
              </p:cNvCxnSpPr>
              <p:nvPr/>
            </p:nvCxnSpPr>
            <p:spPr>
              <a:xfrm flipH="1">
                <a:off x="-384486" y="773825"/>
                <a:ext cx="778500" cy="804600"/>
              </a:xfrm>
              <a:prstGeom prst="straightConnector1">
                <a:avLst/>
              </a:prstGeom>
              <a:noFill/>
              <a:ln w="9525" cap="flat" cmpd="sng">
                <a:solidFill>
                  <a:schemeClr val="dk2"/>
                </a:solidFill>
                <a:prstDash val="solid"/>
                <a:round/>
                <a:headEnd type="none" w="med" len="med"/>
                <a:tailEnd type="none" w="med" len="med"/>
              </a:ln>
            </p:spPr>
          </p:cxnSp>
          <p:cxnSp>
            <p:nvCxnSpPr>
              <p:cNvPr id="60" name="Google Shape;60;p2"/>
              <p:cNvCxnSpPr>
                <a:stCxn id="46" idx="6"/>
                <a:endCxn id="52" idx="1"/>
              </p:cNvCxnSpPr>
              <p:nvPr/>
            </p:nvCxnSpPr>
            <p:spPr>
              <a:xfrm flipH="1">
                <a:off x="1566798" y="420121"/>
                <a:ext cx="1474200" cy="60300"/>
              </a:xfrm>
              <a:prstGeom prst="straightConnector1">
                <a:avLst/>
              </a:prstGeom>
              <a:noFill/>
              <a:ln w="9525" cap="flat" cmpd="sng">
                <a:solidFill>
                  <a:schemeClr val="dk2"/>
                </a:solidFill>
                <a:prstDash val="solid"/>
                <a:round/>
                <a:headEnd type="none" w="med" len="med"/>
                <a:tailEnd type="none" w="med" len="med"/>
              </a:ln>
            </p:spPr>
          </p:cxnSp>
          <p:cxnSp>
            <p:nvCxnSpPr>
              <p:cNvPr id="61" name="Google Shape;61;p2"/>
              <p:cNvCxnSpPr>
                <a:stCxn id="52" idx="7"/>
                <a:endCxn id="49" idx="2"/>
              </p:cNvCxnSpPr>
              <p:nvPr/>
            </p:nvCxnSpPr>
            <p:spPr>
              <a:xfrm flipH="1">
                <a:off x="505308" y="480503"/>
                <a:ext cx="969300" cy="247200"/>
              </a:xfrm>
              <a:prstGeom prst="straightConnector1">
                <a:avLst/>
              </a:prstGeom>
              <a:noFill/>
              <a:ln w="9525" cap="flat" cmpd="sng">
                <a:solidFill>
                  <a:schemeClr val="dk2"/>
                </a:solidFill>
                <a:prstDash val="solid"/>
                <a:round/>
                <a:headEnd type="none" w="med" len="med"/>
                <a:tailEnd type="none" w="med" len="med"/>
              </a:ln>
            </p:spPr>
          </p:cxnSp>
          <p:cxnSp>
            <p:nvCxnSpPr>
              <p:cNvPr id="62" name="Google Shape;62;p2"/>
              <p:cNvCxnSpPr>
                <a:stCxn id="52" idx="5"/>
                <a:endCxn id="48" idx="2"/>
              </p:cNvCxnSpPr>
              <p:nvPr/>
            </p:nvCxnSpPr>
            <p:spPr>
              <a:xfrm rot="10800000">
                <a:off x="343008" y="-386074"/>
                <a:ext cx="1131600" cy="774300"/>
              </a:xfrm>
              <a:prstGeom prst="straightConnector1">
                <a:avLst/>
              </a:prstGeom>
              <a:noFill/>
              <a:ln w="9525" cap="flat" cmpd="sng">
                <a:solidFill>
                  <a:schemeClr val="dk2"/>
                </a:solidFill>
                <a:prstDash val="solid"/>
                <a:round/>
                <a:headEnd type="none" w="med" len="med"/>
                <a:tailEnd type="none" w="med" len="med"/>
              </a:ln>
            </p:spPr>
          </p:cxnSp>
          <p:cxnSp>
            <p:nvCxnSpPr>
              <p:cNvPr id="63" name="Google Shape;63;p2"/>
              <p:cNvCxnSpPr>
                <a:stCxn id="48" idx="0"/>
                <a:endCxn id="49" idx="5"/>
              </p:cNvCxnSpPr>
              <p:nvPr/>
            </p:nvCxnSpPr>
            <p:spPr>
              <a:xfrm>
                <a:off x="142294" y="-185260"/>
                <a:ext cx="251700" cy="866700"/>
              </a:xfrm>
              <a:prstGeom prst="straightConnector1">
                <a:avLst/>
              </a:prstGeom>
              <a:noFill/>
              <a:ln w="9525" cap="flat" cmpd="sng">
                <a:solidFill>
                  <a:schemeClr val="dk2"/>
                </a:solidFill>
                <a:prstDash val="solid"/>
                <a:round/>
                <a:headEnd type="none" w="med" len="med"/>
                <a:tailEnd type="none" w="med" len="med"/>
              </a:ln>
            </p:spPr>
          </p:cxnSp>
          <p:cxnSp>
            <p:nvCxnSpPr>
              <p:cNvPr id="64" name="Google Shape;64;p2"/>
              <p:cNvCxnSpPr>
                <a:stCxn id="48" idx="7"/>
                <a:endCxn id="53" idx="3"/>
              </p:cNvCxnSpPr>
              <p:nvPr/>
            </p:nvCxnSpPr>
            <p:spPr>
              <a:xfrm flipH="1">
                <a:off x="-735222" y="-244043"/>
                <a:ext cx="735600" cy="792300"/>
              </a:xfrm>
              <a:prstGeom prst="straightConnector1">
                <a:avLst/>
              </a:prstGeom>
              <a:noFill/>
              <a:ln w="9525" cap="flat" cmpd="sng">
                <a:solidFill>
                  <a:schemeClr val="dk2"/>
                </a:solidFill>
                <a:prstDash val="solid"/>
                <a:round/>
                <a:headEnd type="none" w="med" len="med"/>
                <a:tailEnd type="none" w="med" len="med"/>
              </a:ln>
            </p:spPr>
          </p:cxnSp>
          <p:cxnSp>
            <p:nvCxnSpPr>
              <p:cNvPr id="65" name="Google Shape;65;p2"/>
              <p:cNvCxnSpPr>
                <a:stCxn id="49" idx="6"/>
                <a:endCxn id="53" idx="2"/>
              </p:cNvCxnSpPr>
              <p:nvPr/>
            </p:nvCxnSpPr>
            <p:spPr>
              <a:xfrm rot="10800000">
                <a:off x="-720997" y="582487"/>
                <a:ext cx="1095900" cy="145200"/>
              </a:xfrm>
              <a:prstGeom prst="straightConnector1">
                <a:avLst/>
              </a:prstGeom>
              <a:noFill/>
              <a:ln w="9525" cap="flat" cmpd="sng">
                <a:solidFill>
                  <a:schemeClr val="dk2"/>
                </a:solidFill>
                <a:prstDash val="solid"/>
                <a:round/>
                <a:headEnd type="none" w="med" len="med"/>
                <a:tailEnd type="none" w="med" len="med"/>
              </a:ln>
            </p:spPr>
          </p:cxnSp>
          <p:cxnSp>
            <p:nvCxnSpPr>
              <p:cNvPr id="66" name="Google Shape;66;p2"/>
              <p:cNvCxnSpPr>
                <a:stCxn id="53" idx="0"/>
                <a:endCxn id="47" idx="5"/>
              </p:cNvCxnSpPr>
              <p:nvPr/>
            </p:nvCxnSpPr>
            <p:spPr>
              <a:xfrm>
                <a:off x="-769191" y="630590"/>
                <a:ext cx="247200" cy="947700"/>
              </a:xfrm>
              <a:prstGeom prst="straightConnector1">
                <a:avLst/>
              </a:prstGeom>
              <a:noFill/>
              <a:ln w="9525" cap="flat" cmpd="sng">
                <a:solidFill>
                  <a:schemeClr val="dk2"/>
                </a:solidFill>
                <a:prstDash val="solid"/>
                <a:round/>
                <a:headEnd type="none" w="med" len="med"/>
                <a:tailEnd type="none" w="med" len="med"/>
              </a:ln>
            </p:spPr>
          </p:cxnSp>
          <p:cxnSp>
            <p:nvCxnSpPr>
              <p:cNvPr id="67" name="Google Shape;67;p2"/>
              <p:cNvCxnSpPr>
                <a:stCxn id="51" idx="5"/>
                <a:endCxn id="53" idx="1"/>
              </p:cNvCxnSpPr>
              <p:nvPr/>
            </p:nvCxnSpPr>
            <p:spPr>
              <a:xfrm rot="10800000">
                <a:off x="-735161" y="616419"/>
                <a:ext cx="1043100" cy="1909200"/>
              </a:xfrm>
              <a:prstGeom prst="straightConnector1">
                <a:avLst/>
              </a:prstGeom>
              <a:noFill/>
              <a:ln w="9525" cap="flat" cmpd="sng">
                <a:solidFill>
                  <a:schemeClr val="dk2"/>
                </a:solidFill>
                <a:prstDash val="solid"/>
                <a:round/>
                <a:headEnd type="none" w="med" len="med"/>
                <a:tailEnd type="none" w="med" len="med"/>
              </a:ln>
            </p:spPr>
          </p:cxnSp>
          <p:cxnSp>
            <p:nvCxnSpPr>
              <p:cNvPr id="68" name="Google Shape;68;p2"/>
              <p:cNvCxnSpPr>
                <a:stCxn id="50" idx="6"/>
                <a:endCxn id="53" idx="1"/>
              </p:cNvCxnSpPr>
              <p:nvPr/>
            </p:nvCxnSpPr>
            <p:spPr>
              <a:xfrm rot="10800000">
                <a:off x="-735110" y="616533"/>
                <a:ext cx="1837500" cy="649500"/>
              </a:xfrm>
              <a:prstGeom prst="straightConnector1">
                <a:avLst/>
              </a:prstGeom>
              <a:noFill/>
              <a:ln w="9525" cap="flat" cmpd="sng">
                <a:solidFill>
                  <a:schemeClr val="dk2"/>
                </a:solidFill>
                <a:prstDash val="solid"/>
                <a:round/>
                <a:headEnd type="none" w="med" len="med"/>
                <a:tailEnd type="none" w="med" len="med"/>
              </a:ln>
            </p:spPr>
          </p:cxnSp>
          <p:cxnSp>
            <p:nvCxnSpPr>
              <p:cNvPr id="69" name="Google Shape;69;p2"/>
              <p:cNvCxnSpPr>
                <a:stCxn id="50" idx="4"/>
                <a:endCxn id="48" idx="1"/>
              </p:cNvCxnSpPr>
              <p:nvPr/>
            </p:nvCxnSpPr>
            <p:spPr>
              <a:xfrm rot="10800000">
                <a:off x="284140" y="-244017"/>
                <a:ext cx="866400" cy="1461900"/>
              </a:xfrm>
              <a:prstGeom prst="straightConnector1">
                <a:avLst/>
              </a:prstGeom>
              <a:noFill/>
              <a:ln w="9525" cap="flat" cmpd="sng">
                <a:solidFill>
                  <a:schemeClr val="dk2"/>
                </a:solidFill>
                <a:prstDash val="solid"/>
                <a:round/>
                <a:headEnd type="none" w="med" len="med"/>
                <a:tailEnd type="none" w="med" len="med"/>
              </a:ln>
            </p:spPr>
          </p:cxnSp>
          <p:cxnSp>
            <p:nvCxnSpPr>
              <p:cNvPr id="70" name="Google Shape;70;p2"/>
              <p:cNvCxnSpPr>
                <a:stCxn id="47" idx="4"/>
                <a:endCxn id="48" idx="7"/>
              </p:cNvCxnSpPr>
              <p:nvPr/>
            </p:nvCxnSpPr>
            <p:spPr>
              <a:xfrm rot="10800000" flipH="1">
                <a:off x="-453249" y="-244140"/>
                <a:ext cx="453600" cy="1794000"/>
              </a:xfrm>
              <a:prstGeom prst="straightConnector1">
                <a:avLst/>
              </a:prstGeom>
              <a:noFill/>
              <a:ln w="9525" cap="flat" cmpd="sng">
                <a:solidFill>
                  <a:schemeClr val="dk2"/>
                </a:solidFill>
                <a:prstDash val="solid"/>
                <a:round/>
                <a:headEnd type="none" w="med" len="med"/>
                <a:tailEnd type="none" w="med" len="med"/>
              </a:ln>
            </p:spPr>
          </p:cxnSp>
          <p:cxnSp>
            <p:nvCxnSpPr>
              <p:cNvPr id="71" name="Google Shape;71;p2"/>
              <p:cNvCxnSpPr>
                <a:stCxn id="46" idx="6"/>
                <a:endCxn id="48" idx="1"/>
              </p:cNvCxnSpPr>
              <p:nvPr/>
            </p:nvCxnSpPr>
            <p:spPr>
              <a:xfrm rot="10800000">
                <a:off x="284298" y="-244079"/>
                <a:ext cx="2756700" cy="664200"/>
              </a:xfrm>
              <a:prstGeom prst="straightConnector1">
                <a:avLst/>
              </a:prstGeom>
              <a:noFill/>
              <a:ln w="9525" cap="flat" cmpd="sng">
                <a:solidFill>
                  <a:schemeClr val="dk2"/>
                </a:solidFill>
                <a:prstDash val="solid"/>
                <a:round/>
                <a:headEnd type="none" w="med" len="med"/>
                <a:tailEnd type="none" w="med" len="med"/>
              </a:ln>
            </p:spPr>
          </p:cxnSp>
          <p:sp>
            <p:nvSpPr>
              <p:cNvPr id="72" name="Google Shape;72;p2"/>
              <p:cNvSpPr/>
              <p:nvPr/>
            </p:nvSpPr>
            <p:spPr>
              <a:xfrm rot="10800000">
                <a:off x="-769166" y="-840100"/>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73" name="Google Shape;73;p2"/>
              <p:cNvCxnSpPr>
                <a:stCxn id="53" idx="4"/>
                <a:endCxn id="72" idx="7"/>
              </p:cNvCxnSpPr>
              <p:nvPr/>
            </p:nvCxnSpPr>
            <p:spPr>
              <a:xfrm rot="10800000" flipH="1">
                <a:off x="-769191" y="-728710"/>
                <a:ext cx="19200" cy="1263000"/>
              </a:xfrm>
              <a:prstGeom prst="straightConnector1">
                <a:avLst/>
              </a:prstGeom>
              <a:noFill/>
              <a:ln w="9525" cap="flat" cmpd="sng">
                <a:solidFill>
                  <a:schemeClr val="dk2"/>
                </a:solidFill>
                <a:prstDash val="solid"/>
                <a:round/>
                <a:headEnd type="none" w="med" len="med"/>
                <a:tailEnd type="none" w="med" len="med"/>
              </a:ln>
            </p:spPr>
          </p:cxnSp>
          <p:cxnSp>
            <p:nvCxnSpPr>
              <p:cNvPr id="74" name="Google Shape;74;p2"/>
              <p:cNvCxnSpPr>
                <a:stCxn id="72" idx="2"/>
                <a:endCxn id="48" idx="5"/>
              </p:cNvCxnSpPr>
              <p:nvPr/>
            </p:nvCxnSpPr>
            <p:spPr>
              <a:xfrm>
                <a:off x="-638666" y="-774850"/>
                <a:ext cx="639000" cy="246900"/>
              </a:xfrm>
              <a:prstGeom prst="straightConnector1">
                <a:avLst/>
              </a:prstGeom>
              <a:noFill/>
              <a:ln w="9525" cap="flat" cmpd="sng">
                <a:solidFill>
                  <a:schemeClr val="dk2"/>
                </a:solidFill>
                <a:prstDash val="solid"/>
                <a:round/>
                <a:headEnd type="none" w="med" len="med"/>
                <a:tailEnd type="none" w="med" len="med"/>
              </a:ln>
            </p:spPr>
          </p:cxnSp>
          <p:cxnSp>
            <p:nvCxnSpPr>
              <p:cNvPr id="75" name="Google Shape;75;p2"/>
              <p:cNvCxnSpPr>
                <a:stCxn id="72" idx="0"/>
                <a:endCxn id="47" idx="4"/>
              </p:cNvCxnSpPr>
              <p:nvPr/>
            </p:nvCxnSpPr>
            <p:spPr>
              <a:xfrm>
                <a:off x="-703916" y="-709600"/>
                <a:ext cx="250800" cy="2259600"/>
              </a:xfrm>
              <a:prstGeom prst="straightConnector1">
                <a:avLst/>
              </a:prstGeom>
              <a:noFill/>
              <a:ln w="9525" cap="flat" cmpd="sng">
                <a:solidFill>
                  <a:schemeClr val="dk2"/>
                </a:solidFill>
                <a:prstDash val="solid"/>
                <a:round/>
                <a:headEnd type="none" w="med" len="med"/>
                <a:tailEnd type="none" w="med" len="med"/>
              </a:ln>
            </p:spPr>
          </p:cxnSp>
          <p:cxnSp>
            <p:nvCxnSpPr>
              <p:cNvPr id="76" name="Google Shape;76;p2"/>
              <p:cNvCxnSpPr>
                <a:stCxn id="72" idx="1"/>
                <a:endCxn id="49" idx="5"/>
              </p:cNvCxnSpPr>
              <p:nvPr/>
            </p:nvCxnSpPr>
            <p:spPr>
              <a:xfrm>
                <a:off x="-657777" y="-728711"/>
                <a:ext cx="1051800" cy="1410300"/>
              </a:xfrm>
              <a:prstGeom prst="straightConnector1">
                <a:avLst/>
              </a:prstGeom>
              <a:noFill/>
              <a:ln w="9525" cap="flat" cmpd="sng">
                <a:solidFill>
                  <a:schemeClr val="dk2"/>
                </a:solidFill>
                <a:prstDash val="solid"/>
                <a:round/>
                <a:headEnd type="none" w="med" len="med"/>
                <a:tailEnd type="none" w="med" len="med"/>
              </a:ln>
            </p:spPr>
          </p:cxnSp>
          <p:sp>
            <p:nvSpPr>
              <p:cNvPr id="77" name="Google Shape;77;p2"/>
              <p:cNvSpPr/>
              <p:nvPr/>
            </p:nvSpPr>
            <p:spPr>
              <a:xfrm rot="10800000">
                <a:off x="374866" y="-872068"/>
                <a:ext cx="194400" cy="194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78" name="Google Shape;78;p2"/>
              <p:cNvCxnSpPr>
                <a:stCxn id="72" idx="2"/>
                <a:endCxn id="77" idx="6"/>
              </p:cNvCxnSpPr>
              <p:nvPr/>
            </p:nvCxnSpPr>
            <p:spPr>
              <a:xfrm>
                <a:off x="-638666" y="-774850"/>
                <a:ext cx="1013400" cy="0"/>
              </a:xfrm>
              <a:prstGeom prst="straightConnector1">
                <a:avLst/>
              </a:prstGeom>
              <a:noFill/>
              <a:ln w="9525" cap="flat" cmpd="sng">
                <a:solidFill>
                  <a:schemeClr val="dk2"/>
                </a:solidFill>
                <a:prstDash val="solid"/>
                <a:round/>
                <a:headEnd type="none" w="med" len="med"/>
                <a:tailEnd type="none" w="med" len="med"/>
              </a:ln>
            </p:spPr>
          </p:cxnSp>
          <p:cxnSp>
            <p:nvCxnSpPr>
              <p:cNvPr id="79" name="Google Shape;79;p2"/>
              <p:cNvCxnSpPr>
                <a:stCxn id="77" idx="1"/>
                <a:endCxn id="52" idx="5"/>
              </p:cNvCxnSpPr>
              <p:nvPr/>
            </p:nvCxnSpPr>
            <p:spPr>
              <a:xfrm>
                <a:off x="540797" y="-706138"/>
                <a:ext cx="933900" cy="1094400"/>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0"/>
        <p:cNvGrpSpPr/>
        <p:nvPr/>
      </p:nvGrpSpPr>
      <p:grpSpPr>
        <a:xfrm>
          <a:off x="0" y="0"/>
          <a:ext cx="0" cy="0"/>
          <a:chOff x="0" y="0"/>
          <a:chExt cx="0" cy="0"/>
        </a:xfrm>
      </p:grpSpPr>
      <p:sp>
        <p:nvSpPr>
          <p:cNvPr id="81" name="Google Shape;81;p3"/>
          <p:cNvSpPr txBox="1">
            <a:spLocks noGrp="1"/>
          </p:cNvSpPr>
          <p:nvPr>
            <p:ph type="title"/>
          </p:nvPr>
        </p:nvSpPr>
        <p:spPr>
          <a:xfrm>
            <a:off x="1463100" y="2046250"/>
            <a:ext cx="6217800" cy="16764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82" name="Google Shape;82;p3"/>
          <p:cNvSpPr txBox="1">
            <a:spLocks noGrp="1"/>
          </p:cNvSpPr>
          <p:nvPr>
            <p:ph type="title" idx="2" hasCustomPrompt="1"/>
          </p:nvPr>
        </p:nvSpPr>
        <p:spPr>
          <a:xfrm>
            <a:off x="3745950" y="809625"/>
            <a:ext cx="1652100" cy="1128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8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83" name="Google Shape;83;p3"/>
          <p:cNvSpPr txBox="1">
            <a:spLocks noGrp="1"/>
          </p:cNvSpPr>
          <p:nvPr>
            <p:ph type="subTitle" idx="1"/>
          </p:nvPr>
        </p:nvSpPr>
        <p:spPr>
          <a:xfrm>
            <a:off x="1463100" y="3797250"/>
            <a:ext cx="6217800" cy="430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84" name="Google Shape;84;p3"/>
          <p:cNvGrpSpPr/>
          <p:nvPr/>
        </p:nvGrpSpPr>
        <p:grpSpPr>
          <a:xfrm>
            <a:off x="-1196147" y="-548842"/>
            <a:ext cx="13880920" cy="6874700"/>
            <a:chOff x="-1196147" y="-548842"/>
            <a:chExt cx="13880920" cy="6874700"/>
          </a:xfrm>
        </p:grpSpPr>
        <p:grpSp>
          <p:nvGrpSpPr>
            <p:cNvPr id="85" name="Google Shape;85;p3"/>
            <p:cNvGrpSpPr/>
            <p:nvPr/>
          </p:nvGrpSpPr>
          <p:grpSpPr>
            <a:xfrm>
              <a:off x="-1196147" y="-548842"/>
              <a:ext cx="3657841" cy="4417628"/>
              <a:chOff x="-1196147" y="-548842"/>
              <a:chExt cx="3657841" cy="4417628"/>
            </a:xfrm>
          </p:grpSpPr>
          <p:sp>
            <p:nvSpPr>
              <p:cNvPr id="86" name="Google Shape;86;p3"/>
              <p:cNvSpPr/>
              <p:nvPr/>
            </p:nvSpPr>
            <p:spPr>
              <a:xfrm rot="10359365">
                <a:off x="2255245" y="146021"/>
                <a:ext cx="194798" cy="194798"/>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7" name="Google Shape;87;p3"/>
              <p:cNvSpPr/>
              <p:nvPr/>
            </p:nvSpPr>
            <p:spPr>
              <a:xfrm rot="10359365">
                <a:off x="-841304" y="2200605"/>
                <a:ext cx="194798" cy="194798"/>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8" name="Google Shape;88;p3"/>
              <p:cNvSpPr/>
              <p:nvPr/>
            </p:nvSpPr>
            <p:spPr>
              <a:xfrm rot="10361981">
                <a:off x="352993" y="-214656"/>
                <a:ext cx="401353" cy="401353"/>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9" name="Google Shape;89;p3"/>
              <p:cNvSpPr/>
              <p:nvPr/>
            </p:nvSpPr>
            <p:spPr>
              <a:xfrm rot="10355821">
                <a:off x="274120" y="560515"/>
                <a:ext cx="130387" cy="130387"/>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0" name="Google Shape;90;p3"/>
              <p:cNvSpPr/>
              <p:nvPr/>
            </p:nvSpPr>
            <p:spPr>
              <a:xfrm rot="10360416">
                <a:off x="1106270" y="873580"/>
                <a:ext cx="254074" cy="254074"/>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1" name="Google Shape;91;p3"/>
              <p:cNvSpPr/>
              <p:nvPr/>
            </p:nvSpPr>
            <p:spPr>
              <a:xfrm rot="10355821">
                <a:off x="424057" y="2400495"/>
                <a:ext cx="130387" cy="130387"/>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2" name="Google Shape;92;p3"/>
              <p:cNvSpPr/>
              <p:nvPr/>
            </p:nvSpPr>
            <p:spPr>
              <a:xfrm rot="9969336">
                <a:off x="1746927" y="9840"/>
                <a:ext cx="130388" cy="130388"/>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3" name="Google Shape;93;p3"/>
              <p:cNvSpPr/>
              <p:nvPr/>
            </p:nvSpPr>
            <p:spPr>
              <a:xfrm rot="10360567">
                <a:off x="-737089" y="906043"/>
                <a:ext cx="96487" cy="96487"/>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94" name="Google Shape;94;p3"/>
              <p:cNvCxnSpPr>
                <a:stCxn id="90" idx="5"/>
                <a:endCxn id="89" idx="1"/>
              </p:cNvCxnSpPr>
              <p:nvPr/>
            </p:nvCxnSpPr>
            <p:spPr>
              <a:xfrm rot="10800000">
                <a:off x="390857" y="665576"/>
                <a:ext cx="741900" cy="257400"/>
              </a:xfrm>
              <a:prstGeom prst="straightConnector1">
                <a:avLst/>
              </a:prstGeom>
              <a:noFill/>
              <a:ln w="9525" cap="flat" cmpd="sng">
                <a:solidFill>
                  <a:schemeClr val="dk2"/>
                </a:solidFill>
                <a:prstDash val="solid"/>
                <a:round/>
                <a:headEnd type="none" w="med" len="med"/>
                <a:tailEnd type="none" w="med" len="med"/>
              </a:ln>
            </p:spPr>
          </p:cxnSp>
          <p:cxnSp>
            <p:nvCxnSpPr>
              <p:cNvPr id="95" name="Google Shape;95;p3"/>
              <p:cNvCxnSpPr>
                <a:stCxn id="91" idx="4"/>
                <a:endCxn id="89" idx="0"/>
              </p:cNvCxnSpPr>
              <p:nvPr/>
            </p:nvCxnSpPr>
            <p:spPr>
              <a:xfrm rot="10800000">
                <a:off x="347650" y="690439"/>
                <a:ext cx="133200" cy="1710600"/>
              </a:xfrm>
              <a:prstGeom prst="straightConnector1">
                <a:avLst/>
              </a:prstGeom>
              <a:noFill/>
              <a:ln w="9525" cap="flat" cmpd="sng">
                <a:solidFill>
                  <a:schemeClr val="dk2"/>
                </a:solidFill>
                <a:prstDash val="solid"/>
                <a:round/>
                <a:headEnd type="none" w="med" len="med"/>
                <a:tailEnd type="none" w="med" len="med"/>
              </a:ln>
            </p:spPr>
          </p:cxnSp>
          <p:cxnSp>
            <p:nvCxnSpPr>
              <p:cNvPr id="96" name="Google Shape;96;p3"/>
              <p:cNvCxnSpPr>
                <a:stCxn id="86" idx="6"/>
                <a:endCxn id="90" idx="3"/>
              </p:cNvCxnSpPr>
              <p:nvPr/>
            </p:nvCxnSpPr>
            <p:spPr>
              <a:xfrm flipH="1">
                <a:off x="1311044" y="255870"/>
                <a:ext cx="945000" cy="644100"/>
              </a:xfrm>
              <a:prstGeom prst="straightConnector1">
                <a:avLst/>
              </a:prstGeom>
              <a:noFill/>
              <a:ln w="9525" cap="flat" cmpd="sng">
                <a:solidFill>
                  <a:schemeClr val="dk2"/>
                </a:solidFill>
                <a:prstDash val="solid"/>
                <a:round/>
                <a:headEnd type="none" w="med" len="med"/>
                <a:tailEnd type="none" w="med" len="med"/>
              </a:ln>
            </p:spPr>
          </p:cxnSp>
          <p:cxnSp>
            <p:nvCxnSpPr>
              <p:cNvPr id="97" name="Google Shape;97;p3"/>
              <p:cNvCxnSpPr>
                <a:stCxn id="90" idx="7"/>
                <a:endCxn id="91" idx="2"/>
              </p:cNvCxnSpPr>
              <p:nvPr/>
            </p:nvCxnSpPr>
            <p:spPr>
              <a:xfrm flipH="1">
                <a:off x="553867" y="1101167"/>
                <a:ext cx="601800" cy="1356000"/>
              </a:xfrm>
              <a:prstGeom prst="straightConnector1">
                <a:avLst/>
              </a:prstGeom>
              <a:noFill/>
              <a:ln w="9525" cap="flat" cmpd="sng">
                <a:solidFill>
                  <a:schemeClr val="dk2"/>
                </a:solidFill>
                <a:prstDash val="solid"/>
                <a:round/>
                <a:headEnd type="none" w="med" len="med"/>
                <a:tailEnd type="none" w="med" len="med"/>
              </a:ln>
            </p:spPr>
          </p:cxnSp>
          <p:cxnSp>
            <p:nvCxnSpPr>
              <p:cNvPr id="98" name="Google Shape;98;p3"/>
              <p:cNvCxnSpPr>
                <a:stCxn id="91" idx="6"/>
                <a:endCxn id="87" idx="1"/>
              </p:cNvCxnSpPr>
              <p:nvPr/>
            </p:nvCxnSpPr>
            <p:spPr>
              <a:xfrm rot="10800000">
                <a:off x="-666800" y="2357389"/>
                <a:ext cx="1091400" cy="116700"/>
              </a:xfrm>
              <a:prstGeom prst="straightConnector1">
                <a:avLst/>
              </a:prstGeom>
              <a:noFill/>
              <a:ln w="9525" cap="flat" cmpd="sng">
                <a:solidFill>
                  <a:schemeClr val="dk2"/>
                </a:solidFill>
                <a:prstDash val="solid"/>
                <a:round/>
                <a:headEnd type="none" w="med" len="med"/>
                <a:tailEnd type="none" w="med" len="med"/>
              </a:ln>
            </p:spPr>
          </p:cxnSp>
          <p:cxnSp>
            <p:nvCxnSpPr>
              <p:cNvPr id="99" name="Google Shape;99;p3"/>
              <p:cNvCxnSpPr>
                <a:stCxn id="89" idx="7"/>
                <a:endCxn id="87" idx="3"/>
              </p:cNvCxnSpPr>
              <p:nvPr/>
            </p:nvCxnSpPr>
            <p:spPr>
              <a:xfrm flipH="1">
                <a:off x="-684462" y="677363"/>
                <a:ext cx="984000" cy="1543500"/>
              </a:xfrm>
              <a:prstGeom prst="straightConnector1">
                <a:avLst/>
              </a:prstGeom>
              <a:noFill/>
              <a:ln w="9525" cap="flat" cmpd="sng">
                <a:solidFill>
                  <a:schemeClr val="dk2"/>
                </a:solidFill>
                <a:prstDash val="solid"/>
                <a:round/>
                <a:headEnd type="none" w="med" len="med"/>
                <a:tailEnd type="none" w="med" len="med"/>
              </a:ln>
            </p:spPr>
          </p:cxnSp>
          <p:cxnSp>
            <p:nvCxnSpPr>
              <p:cNvPr id="100" name="Google Shape;100;p3"/>
              <p:cNvCxnSpPr>
                <a:stCxn id="86" idx="6"/>
                <a:endCxn id="92" idx="1"/>
              </p:cNvCxnSpPr>
              <p:nvPr/>
            </p:nvCxnSpPr>
            <p:spPr>
              <a:xfrm rot="10800000">
                <a:off x="1867844" y="108870"/>
                <a:ext cx="388200" cy="147000"/>
              </a:xfrm>
              <a:prstGeom prst="straightConnector1">
                <a:avLst/>
              </a:prstGeom>
              <a:noFill/>
              <a:ln w="9525" cap="flat" cmpd="sng">
                <a:solidFill>
                  <a:schemeClr val="dk2"/>
                </a:solidFill>
                <a:prstDash val="solid"/>
                <a:round/>
                <a:headEnd type="none" w="med" len="med"/>
                <a:tailEnd type="none" w="med" len="med"/>
              </a:ln>
            </p:spPr>
          </p:cxnSp>
          <p:cxnSp>
            <p:nvCxnSpPr>
              <p:cNvPr id="101" name="Google Shape;101;p3"/>
              <p:cNvCxnSpPr>
                <a:stCxn id="92" idx="6"/>
                <a:endCxn id="89" idx="2"/>
              </p:cNvCxnSpPr>
              <p:nvPr/>
            </p:nvCxnSpPr>
            <p:spPr>
              <a:xfrm flipH="1">
                <a:off x="403921" y="90634"/>
                <a:ext cx="1344900" cy="526800"/>
              </a:xfrm>
              <a:prstGeom prst="straightConnector1">
                <a:avLst/>
              </a:prstGeom>
              <a:noFill/>
              <a:ln w="9525" cap="flat" cmpd="sng">
                <a:solidFill>
                  <a:schemeClr val="dk2"/>
                </a:solidFill>
                <a:prstDash val="solid"/>
                <a:round/>
                <a:headEnd type="none" w="med" len="med"/>
                <a:tailEnd type="none" w="med" len="med"/>
              </a:ln>
            </p:spPr>
          </p:cxnSp>
          <p:cxnSp>
            <p:nvCxnSpPr>
              <p:cNvPr id="102" name="Google Shape;102;p3"/>
              <p:cNvCxnSpPr>
                <a:stCxn id="92" idx="6"/>
                <a:endCxn id="88" idx="1"/>
              </p:cNvCxnSpPr>
              <p:nvPr/>
            </p:nvCxnSpPr>
            <p:spPr>
              <a:xfrm flipH="1">
                <a:off x="712321" y="90634"/>
                <a:ext cx="1036500" cy="18000"/>
              </a:xfrm>
              <a:prstGeom prst="straightConnector1">
                <a:avLst/>
              </a:prstGeom>
              <a:noFill/>
              <a:ln w="9525" cap="flat" cmpd="sng">
                <a:solidFill>
                  <a:schemeClr val="dk2"/>
                </a:solidFill>
                <a:prstDash val="solid"/>
                <a:round/>
                <a:headEnd type="none" w="med" len="med"/>
                <a:tailEnd type="none" w="med" len="med"/>
              </a:ln>
            </p:spPr>
          </p:cxnSp>
          <p:cxnSp>
            <p:nvCxnSpPr>
              <p:cNvPr id="103" name="Google Shape;103;p3"/>
              <p:cNvCxnSpPr>
                <a:stCxn id="88" idx="7"/>
                <a:endCxn id="93" idx="3"/>
              </p:cNvCxnSpPr>
              <p:nvPr/>
            </p:nvCxnSpPr>
            <p:spPr>
              <a:xfrm flipH="1">
                <a:off x="-659248" y="144801"/>
                <a:ext cx="1090200" cy="771300"/>
              </a:xfrm>
              <a:prstGeom prst="straightConnector1">
                <a:avLst/>
              </a:prstGeom>
              <a:noFill/>
              <a:ln w="9525" cap="flat" cmpd="sng">
                <a:solidFill>
                  <a:schemeClr val="dk2"/>
                </a:solidFill>
                <a:prstDash val="solid"/>
                <a:round/>
                <a:headEnd type="none" w="med" len="med"/>
                <a:tailEnd type="none" w="med" len="med"/>
              </a:ln>
            </p:spPr>
          </p:cxnSp>
          <p:cxnSp>
            <p:nvCxnSpPr>
              <p:cNvPr id="104" name="Google Shape;104;p3"/>
              <p:cNvCxnSpPr>
                <a:stCxn id="89" idx="6"/>
                <a:endCxn id="93" idx="2"/>
              </p:cNvCxnSpPr>
              <p:nvPr/>
            </p:nvCxnSpPr>
            <p:spPr>
              <a:xfrm flipH="1">
                <a:off x="-640937" y="634109"/>
                <a:ext cx="915600" cy="314100"/>
              </a:xfrm>
              <a:prstGeom prst="straightConnector1">
                <a:avLst/>
              </a:prstGeom>
              <a:noFill/>
              <a:ln w="9525" cap="flat" cmpd="sng">
                <a:solidFill>
                  <a:schemeClr val="dk2"/>
                </a:solidFill>
                <a:prstDash val="solid"/>
                <a:round/>
                <a:headEnd type="none" w="med" len="med"/>
                <a:tailEnd type="none" w="med" len="med"/>
              </a:ln>
            </p:spPr>
          </p:cxnSp>
          <p:cxnSp>
            <p:nvCxnSpPr>
              <p:cNvPr id="105" name="Google Shape;105;p3"/>
              <p:cNvCxnSpPr>
                <a:stCxn id="93" idx="0"/>
                <a:endCxn id="87" idx="5"/>
              </p:cNvCxnSpPr>
              <p:nvPr/>
            </p:nvCxnSpPr>
            <p:spPr>
              <a:xfrm flipH="1">
                <a:off x="-820996" y="1002137"/>
                <a:ext cx="138300" cy="1236300"/>
              </a:xfrm>
              <a:prstGeom prst="straightConnector1">
                <a:avLst/>
              </a:prstGeom>
              <a:noFill/>
              <a:ln w="9525" cap="flat" cmpd="sng">
                <a:solidFill>
                  <a:schemeClr val="dk2"/>
                </a:solidFill>
                <a:prstDash val="solid"/>
                <a:round/>
                <a:headEnd type="none" w="med" len="med"/>
                <a:tailEnd type="none" w="med" len="med"/>
              </a:ln>
            </p:spPr>
          </p:cxnSp>
          <p:cxnSp>
            <p:nvCxnSpPr>
              <p:cNvPr id="106" name="Google Shape;106;p3"/>
              <p:cNvCxnSpPr>
                <a:stCxn id="91" idx="5"/>
                <a:endCxn id="93" idx="1"/>
              </p:cNvCxnSpPr>
              <p:nvPr/>
            </p:nvCxnSpPr>
            <p:spPr>
              <a:xfrm rot="10800000">
                <a:off x="-650804" y="983814"/>
                <a:ext cx="1088400" cy="1442100"/>
              </a:xfrm>
              <a:prstGeom prst="straightConnector1">
                <a:avLst/>
              </a:prstGeom>
              <a:noFill/>
              <a:ln w="9525" cap="flat" cmpd="sng">
                <a:solidFill>
                  <a:schemeClr val="dk2"/>
                </a:solidFill>
                <a:prstDash val="solid"/>
                <a:round/>
                <a:headEnd type="none" w="med" len="med"/>
                <a:tailEnd type="none" w="med" len="med"/>
              </a:ln>
            </p:spPr>
          </p:cxnSp>
          <p:cxnSp>
            <p:nvCxnSpPr>
              <p:cNvPr id="107" name="Google Shape;107;p3"/>
              <p:cNvCxnSpPr>
                <a:stCxn id="90" idx="6"/>
                <a:endCxn id="93" idx="1"/>
              </p:cNvCxnSpPr>
              <p:nvPr/>
            </p:nvCxnSpPr>
            <p:spPr>
              <a:xfrm rot="10800000">
                <a:off x="-650693" y="983817"/>
                <a:ext cx="1758000" cy="33000"/>
              </a:xfrm>
              <a:prstGeom prst="straightConnector1">
                <a:avLst/>
              </a:prstGeom>
              <a:noFill/>
              <a:ln w="9525" cap="flat" cmpd="sng">
                <a:solidFill>
                  <a:schemeClr val="dk2"/>
                </a:solidFill>
                <a:prstDash val="solid"/>
                <a:round/>
                <a:headEnd type="none" w="med" len="med"/>
                <a:tailEnd type="none" w="med" len="med"/>
              </a:ln>
            </p:spPr>
          </p:cxnSp>
          <p:cxnSp>
            <p:nvCxnSpPr>
              <p:cNvPr id="108" name="Google Shape;108;p3"/>
              <p:cNvCxnSpPr>
                <a:stCxn id="90" idx="4"/>
                <a:endCxn id="88" idx="1"/>
              </p:cNvCxnSpPr>
              <p:nvPr/>
            </p:nvCxnSpPr>
            <p:spPr>
              <a:xfrm rot="10800000">
                <a:off x="712507" y="108717"/>
                <a:ext cx="504600" cy="765900"/>
              </a:xfrm>
              <a:prstGeom prst="straightConnector1">
                <a:avLst/>
              </a:prstGeom>
              <a:noFill/>
              <a:ln w="9525" cap="flat" cmpd="sng">
                <a:solidFill>
                  <a:schemeClr val="dk2"/>
                </a:solidFill>
                <a:prstDash val="solid"/>
                <a:round/>
                <a:headEnd type="none" w="med" len="med"/>
                <a:tailEnd type="none" w="med" len="med"/>
              </a:ln>
            </p:spPr>
          </p:cxnSp>
          <p:sp>
            <p:nvSpPr>
              <p:cNvPr id="109" name="Google Shape;109;p3"/>
              <p:cNvSpPr/>
              <p:nvPr/>
            </p:nvSpPr>
            <p:spPr>
              <a:xfrm rot="10355821">
                <a:off x="-1188290" y="-540986"/>
                <a:ext cx="130387" cy="130387"/>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10" name="Google Shape;110;p3"/>
              <p:cNvCxnSpPr>
                <a:stCxn id="93" idx="4"/>
                <a:endCxn id="109" idx="1"/>
              </p:cNvCxnSpPr>
              <p:nvPr/>
            </p:nvCxnSpPr>
            <p:spPr>
              <a:xfrm rot="10800000">
                <a:off x="-1071496" y="-436063"/>
                <a:ext cx="376500" cy="1342500"/>
              </a:xfrm>
              <a:prstGeom prst="straightConnector1">
                <a:avLst/>
              </a:prstGeom>
              <a:noFill/>
              <a:ln w="9525" cap="flat" cmpd="sng">
                <a:solidFill>
                  <a:schemeClr val="dk2"/>
                </a:solidFill>
                <a:prstDash val="solid"/>
                <a:round/>
                <a:headEnd type="none" w="med" len="med"/>
                <a:tailEnd type="none" w="med" len="med"/>
              </a:ln>
            </p:spPr>
          </p:cxnSp>
          <p:cxnSp>
            <p:nvCxnSpPr>
              <p:cNvPr id="111" name="Google Shape;111;p3"/>
              <p:cNvCxnSpPr>
                <a:stCxn id="109" idx="1"/>
                <a:endCxn id="88" idx="5"/>
              </p:cNvCxnSpPr>
              <p:nvPr/>
            </p:nvCxnSpPr>
            <p:spPr>
              <a:xfrm>
                <a:off x="-1071443" y="-436018"/>
                <a:ext cx="1466400" cy="299400"/>
              </a:xfrm>
              <a:prstGeom prst="straightConnector1">
                <a:avLst/>
              </a:prstGeom>
              <a:noFill/>
              <a:ln w="9525" cap="flat" cmpd="sng">
                <a:solidFill>
                  <a:schemeClr val="dk2"/>
                </a:solidFill>
                <a:prstDash val="solid"/>
                <a:round/>
                <a:headEnd type="none" w="med" len="med"/>
                <a:tailEnd type="none" w="med" len="med"/>
              </a:ln>
            </p:spPr>
          </p:cxnSp>
          <p:cxnSp>
            <p:nvCxnSpPr>
              <p:cNvPr id="112" name="Google Shape;112;p3"/>
              <p:cNvCxnSpPr>
                <a:stCxn id="109" idx="1"/>
                <a:endCxn id="89" idx="5"/>
              </p:cNvCxnSpPr>
              <p:nvPr/>
            </p:nvCxnSpPr>
            <p:spPr>
              <a:xfrm>
                <a:off x="-1071443" y="-436018"/>
                <a:ext cx="1359000" cy="1022100"/>
              </a:xfrm>
              <a:prstGeom prst="straightConnector1">
                <a:avLst/>
              </a:prstGeom>
              <a:noFill/>
              <a:ln w="9525" cap="flat" cmpd="sng">
                <a:solidFill>
                  <a:schemeClr val="dk2"/>
                </a:solidFill>
                <a:prstDash val="solid"/>
                <a:round/>
                <a:headEnd type="none" w="med" len="med"/>
                <a:tailEnd type="none" w="med" len="med"/>
              </a:ln>
            </p:spPr>
          </p:cxnSp>
          <p:sp>
            <p:nvSpPr>
              <p:cNvPr id="113" name="Google Shape;113;p3"/>
              <p:cNvSpPr/>
              <p:nvPr/>
            </p:nvSpPr>
            <p:spPr>
              <a:xfrm rot="10361165">
                <a:off x="-233691" y="3414341"/>
                <a:ext cx="428890" cy="42889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14" name="Google Shape;114;p3"/>
              <p:cNvCxnSpPr>
                <a:stCxn id="91" idx="0"/>
                <a:endCxn id="113" idx="3"/>
              </p:cNvCxnSpPr>
              <p:nvPr/>
            </p:nvCxnSpPr>
            <p:spPr>
              <a:xfrm flipH="1">
                <a:off x="111850" y="2530339"/>
                <a:ext cx="385800" cy="928800"/>
              </a:xfrm>
              <a:prstGeom prst="straightConnector1">
                <a:avLst/>
              </a:prstGeom>
              <a:noFill/>
              <a:ln w="9525" cap="flat" cmpd="sng">
                <a:solidFill>
                  <a:schemeClr val="dk2"/>
                </a:solidFill>
                <a:prstDash val="solid"/>
                <a:round/>
                <a:headEnd type="none" w="med" len="med"/>
                <a:tailEnd type="none" w="med" len="med"/>
              </a:ln>
            </p:spPr>
          </p:cxnSp>
          <p:cxnSp>
            <p:nvCxnSpPr>
              <p:cNvPr id="115" name="Google Shape;115;p3"/>
              <p:cNvCxnSpPr>
                <a:stCxn id="87" idx="0"/>
                <a:endCxn id="113" idx="5"/>
              </p:cNvCxnSpPr>
              <p:nvPr/>
            </p:nvCxnSpPr>
            <p:spPr>
              <a:xfrm>
                <a:off x="-731455" y="2394604"/>
                <a:ext cx="542400" cy="1103100"/>
              </a:xfrm>
              <a:prstGeom prst="straightConnector1">
                <a:avLst/>
              </a:prstGeom>
              <a:noFill/>
              <a:ln w="9525" cap="flat" cmpd="sng">
                <a:solidFill>
                  <a:schemeClr val="dk2"/>
                </a:solidFill>
                <a:prstDash val="solid"/>
                <a:round/>
                <a:headEnd type="none" w="med" len="med"/>
                <a:tailEnd type="none" w="med" len="med"/>
              </a:ln>
            </p:spPr>
          </p:cxnSp>
        </p:grpSp>
        <p:grpSp>
          <p:nvGrpSpPr>
            <p:cNvPr id="116" name="Google Shape;116;p3"/>
            <p:cNvGrpSpPr/>
            <p:nvPr/>
          </p:nvGrpSpPr>
          <p:grpSpPr>
            <a:xfrm>
              <a:off x="6988759" y="2308882"/>
              <a:ext cx="5696014" cy="4016976"/>
              <a:chOff x="6988759" y="2308882"/>
              <a:chExt cx="5696014" cy="4016976"/>
            </a:xfrm>
          </p:grpSpPr>
          <p:sp>
            <p:nvSpPr>
              <p:cNvPr id="117" name="Google Shape;117;p3"/>
              <p:cNvSpPr/>
              <p:nvPr/>
            </p:nvSpPr>
            <p:spPr>
              <a:xfrm rot="10800000" flipH="1">
                <a:off x="6988759" y="4811408"/>
                <a:ext cx="194400" cy="194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8" name="Google Shape;118;p3"/>
              <p:cNvSpPr/>
              <p:nvPr/>
            </p:nvSpPr>
            <p:spPr>
              <a:xfrm rot="10800000" flipH="1">
                <a:off x="9708881" y="5924735"/>
                <a:ext cx="194400" cy="194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9" name="Google Shape;119;p3"/>
              <p:cNvSpPr/>
              <p:nvPr/>
            </p:nvSpPr>
            <p:spPr>
              <a:xfrm rot="10800000" flipH="1">
                <a:off x="9274463" y="3379603"/>
                <a:ext cx="401400" cy="40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0" name="Google Shape;120;p3"/>
              <p:cNvSpPr/>
              <p:nvPr/>
            </p:nvSpPr>
            <p:spPr>
              <a:xfrm rot="10800000" flipH="1">
                <a:off x="8847429" y="5037312"/>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1" name="Google Shape;121;p3"/>
              <p:cNvSpPr/>
              <p:nvPr/>
            </p:nvSpPr>
            <p:spPr>
              <a:xfrm rot="10800000" flipH="1">
                <a:off x="7696942" y="5973758"/>
                <a:ext cx="96300" cy="96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2" name="Google Shape;122;p3"/>
              <p:cNvSpPr/>
              <p:nvPr/>
            </p:nvSpPr>
            <p:spPr>
              <a:xfrm rot="10800000" flipH="1">
                <a:off x="8847429" y="6195358"/>
                <a:ext cx="130500" cy="130500"/>
              </a:xfrm>
              <a:prstGeom prst="ellipse">
                <a:avLst/>
              </a:prstGeom>
              <a:solidFill>
                <a:srgbClr val="FF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3" name="Google Shape;123;p3"/>
              <p:cNvSpPr/>
              <p:nvPr/>
            </p:nvSpPr>
            <p:spPr>
              <a:xfrm rot="10800000" flipH="1">
                <a:off x="7958998" y="4095690"/>
                <a:ext cx="130500" cy="130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4" name="Google Shape;124;p3"/>
              <p:cNvSpPr/>
              <p:nvPr/>
            </p:nvSpPr>
            <p:spPr>
              <a:xfrm rot="10800000" flipH="1">
                <a:off x="12588473" y="4375765"/>
                <a:ext cx="96300" cy="96300"/>
              </a:xfrm>
              <a:prstGeom prst="ellipse">
                <a:avLst/>
              </a:prstGeom>
              <a:solidFill>
                <a:srgbClr val="86CF6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25" name="Google Shape;125;p3"/>
              <p:cNvCxnSpPr>
                <a:stCxn id="121" idx="5"/>
                <a:endCxn id="120" idx="1"/>
              </p:cNvCxnSpPr>
              <p:nvPr/>
            </p:nvCxnSpPr>
            <p:spPr>
              <a:xfrm rot="10800000" flipH="1">
                <a:off x="7779139" y="5148761"/>
                <a:ext cx="1087500" cy="839100"/>
              </a:xfrm>
              <a:prstGeom prst="straightConnector1">
                <a:avLst/>
              </a:prstGeom>
              <a:noFill/>
              <a:ln w="9525" cap="flat" cmpd="sng">
                <a:solidFill>
                  <a:schemeClr val="dk2"/>
                </a:solidFill>
                <a:prstDash val="solid"/>
                <a:round/>
                <a:headEnd type="none" w="med" len="med"/>
                <a:tailEnd type="none" w="med" len="med"/>
              </a:ln>
            </p:spPr>
          </p:cxnSp>
          <p:cxnSp>
            <p:nvCxnSpPr>
              <p:cNvPr id="126" name="Google Shape;126;p3"/>
              <p:cNvCxnSpPr>
                <a:stCxn id="122" idx="4"/>
                <a:endCxn id="120" idx="0"/>
              </p:cNvCxnSpPr>
              <p:nvPr/>
            </p:nvCxnSpPr>
            <p:spPr>
              <a:xfrm rot="10800000">
                <a:off x="8912679" y="5167858"/>
                <a:ext cx="0" cy="1027500"/>
              </a:xfrm>
              <a:prstGeom prst="straightConnector1">
                <a:avLst/>
              </a:prstGeom>
              <a:noFill/>
              <a:ln w="9525" cap="flat" cmpd="sng">
                <a:solidFill>
                  <a:schemeClr val="dk2"/>
                </a:solidFill>
                <a:prstDash val="solid"/>
                <a:round/>
                <a:headEnd type="none" w="med" len="med"/>
                <a:tailEnd type="none" w="med" len="med"/>
              </a:ln>
            </p:spPr>
          </p:cxnSp>
          <p:cxnSp>
            <p:nvCxnSpPr>
              <p:cNvPr id="127" name="Google Shape;127;p3"/>
              <p:cNvCxnSpPr>
                <a:stCxn id="117" idx="6"/>
                <a:endCxn id="120" idx="2"/>
              </p:cNvCxnSpPr>
              <p:nvPr/>
            </p:nvCxnSpPr>
            <p:spPr>
              <a:xfrm>
                <a:off x="7183159" y="4908608"/>
                <a:ext cx="1664400" cy="194100"/>
              </a:xfrm>
              <a:prstGeom prst="straightConnector1">
                <a:avLst/>
              </a:prstGeom>
              <a:noFill/>
              <a:ln w="9525" cap="flat" cmpd="sng">
                <a:solidFill>
                  <a:schemeClr val="dk2"/>
                </a:solidFill>
                <a:prstDash val="solid"/>
                <a:round/>
                <a:headEnd type="none" w="med" len="med"/>
                <a:tailEnd type="none" w="med" len="med"/>
              </a:ln>
            </p:spPr>
          </p:cxnSp>
          <p:cxnSp>
            <p:nvCxnSpPr>
              <p:cNvPr id="128" name="Google Shape;128;p3"/>
              <p:cNvCxnSpPr>
                <a:stCxn id="117" idx="0"/>
                <a:endCxn id="121" idx="3"/>
              </p:cNvCxnSpPr>
              <p:nvPr/>
            </p:nvCxnSpPr>
            <p:spPr>
              <a:xfrm>
                <a:off x="7085959" y="5005808"/>
                <a:ext cx="625200" cy="982200"/>
              </a:xfrm>
              <a:prstGeom prst="straightConnector1">
                <a:avLst/>
              </a:prstGeom>
              <a:noFill/>
              <a:ln w="9525" cap="flat" cmpd="sng">
                <a:solidFill>
                  <a:schemeClr val="dk2"/>
                </a:solidFill>
                <a:prstDash val="solid"/>
                <a:round/>
                <a:headEnd type="none" w="med" len="med"/>
                <a:tailEnd type="none" w="med" len="med"/>
              </a:ln>
            </p:spPr>
          </p:cxnSp>
          <p:cxnSp>
            <p:nvCxnSpPr>
              <p:cNvPr id="129" name="Google Shape;129;p3"/>
              <p:cNvCxnSpPr>
                <a:stCxn id="121" idx="7"/>
                <a:endCxn id="122" idx="2"/>
              </p:cNvCxnSpPr>
              <p:nvPr/>
            </p:nvCxnSpPr>
            <p:spPr>
              <a:xfrm>
                <a:off x="7779139" y="6055955"/>
                <a:ext cx="1068300" cy="204600"/>
              </a:xfrm>
              <a:prstGeom prst="straightConnector1">
                <a:avLst/>
              </a:prstGeom>
              <a:noFill/>
              <a:ln w="9525" cap="flat" cmpd="sng">
                <a:solidFill>
                  <a:schemeClr val="dk2"/>
                </a:solidFill>
                <a:prstDash val="solid"/>
                <a:round/>
                <a:headEnd type="none" w="med" len="med"/>
                <a:tailEnd type="none" w="med" len="med"/>
              </a:ln>
            </p:spPr>
          </p:cxnSp>
          <p:cxnSp>
            <p:nvCxnSpPr>
              <p:cNvPr id="130" name="Google Shape;130;p3"/>
              <p:cNvCxnSpPr>
                <a:stCxn id="122" idx="6"/>
                <a:endCxn id="118" idx="2"/>
              </p:cNvCxnSpPr>
              <p:nvPr/>
            </p:nvCxnSpPr>
            <p:spPr>
              <a:xfrm rot="10800000" flipH="1">
                <a:off x="8977929" y="6021808"/>
                <a:ext cx="731100" cy="238800"/>
              </a:xfrm>
              <a:prstGeom prst="straightConnector1">
                <a:avLst/>
              </a:prstGeom>
              <a:noFill/>
              <a:ln w="9525" cap="flat" cmpd="sng">
                <a:solidFill>
                  <a:schemeClr val="dk2"/>
                </a:solidFill>
                <a:prstDash val="solid"/>
                <a:round/>
                <a:headEnd type="none" w="med" len="med"/>
                <a:tailEnd type="none" w="med" len="med"/>
              </a:ln>
            </p:spPr>
          </p:cxnSp>
          <p:cxnSp>
            <p:nvCxnSpPr>
              <p:cNvPr id="131" name="Google Shape;131;p3"/>
              <p:cNvCxnSpPr>
                <a:stCxn id="120" idx="7"/>
                <a:endCxn id="118" idx="3"/>
              </p:cNvCxnSpPr>
              <p:nvPr/>
            </p:nvCxnSpPr>
            <p:spPr>
              <a:xfrm>
                <a:off x="8958818" y="5148700"/>
                <a:ext cx="778500" cy="804600"/>
              </a:xfrm>
              <a:prstGeom prst="straightConnector1">
                <a:avLst/>
              </a:prstGeom>
              <a:noFill/>
              <a:ln w="9525" cap="flat" cmpd="sng">
                <a:solidFill>
                  <a:schemeClr val="dk2"/>
                </a:solidFill>
                <a:prstDash val="solid"/>
                <a:round/>
                <a:headEnd type="none" w="med" len="med"/>
                <a:tailEnd type="none" w="med" len="med"/>
              </a:ln>
            </p:spPr>
          </p:cxnSp>
          <p:cxnSp>
            <p:nvCxnSpPr>
              <p:cNvPr id="132" name="Google Shape;132;p3"/>
              <p:cNvCxnSpPr>
                <a:stCxn id="117" idx="5"/>
                <a:endCxn id="123" idx="1"/>
              </p:cNvCxnSpPr>
              <p:nvPr/>
            </p:nvCxnSpPr>
            <p:spPr>
              <a:xfrm rot="10800000" flipH="1">
                <a:off x="7154690" y="4207177"/>
                <a:ext cx="823500" cy="632700"/>
              </a:xfrm>
              <a:prstGeom prst="straightConnector1">
                <a:avLst/>
              </a:prstGeom>
              <a:noFill/>
              <a:ln w="9525" cap="flat" cmpd="sng">
                <a:solidFill>
                  <a:schemeClr val="dk2"/>
                </a:solidFill>
                <a:prstDash val="solid"/>
                <a:round/>
                <a:headEnd type="none" w="med" len="med"/>
                <a:tailEnd type="none" w="med" len="med"/>
              </a:ln>
            </p:spPr>
          </p:cxnSp>
          <p:cxnSp>
            <p:nvCxnSpPr>
              <p:cNvPr id="133" name="Google Shape;133;p3"/>
              <p:cNvCxnSpPr>
                <a:stCxn id="123" idx="7"/>
                <a:endCxn id="120" idx="3"/>
              </p:cNvCxnSpPr>
              <p:nvPr/>
            </p:nvCxnSpPr>
            <p:spPr>
              <a:xfrm>
                <a:off x="8070387" y="4207078"/>
                <a:ext cx="796200" cy="849300"/>
              </a:xfrm>
              <a:prstGeom prst="straightConnector1">
                <a:avLst/>
              </a:prstGeom>
              <a:noFill/>
              <a:ln w="9525" cap="flat" cmpd="sng">
                <a:solidFill>
                  <a:schemeClr val="dk2"/>
                </a:solidFill>
                <a:prstDash val="solid"/>
                <a:round/>
                <a:headEnd type="none" w="med" len="med"/>
                <a:tailEnd type="none" w="med" len="med"/>
              </a:ln>
            </p:spPr>
          </p:cxnSp>
          <p:cxnSp>
            <p:nvCxnSpPr>
              <p:cNvPr id="134" name="Google Shape;134;p3"/>
              <p:cNvCxnSpPr>
                <a:stCxn id="123" idx="7"/>
                <a:endCxn id="119" idx="1"/>
              </p:cNvCxnSpPr>
              <p:nvPr/>
            </p:nvCxnSpPr>
            <p:spPr>
              <a:xfrm rot="10800000" flipH="1">
                <a:off x="8070387" y="3722278"/>
                <a:ext cx="1263000" cy="484800"/>
              </a:xfrm>
              <a:prstGeom prst="straightConnector1">
                <a:avLst/>
              </a:prstGeom>
              <a:noFill/>
              <a:ln w="9525" cap="flat" cmpd="sng">
                <a:solidFill>
                  <a:schemeClr val="dk2"/>
                </a:solidFill>
                <a:prstDash val="solid"/>
                <a:round/>
                <a:headEnd type="none" w="med" len="med"/>
                <a:tailEnd type="none" w="med" len="med"/>
              </a:ln>
            </p:spPr>
          </p:cxnSp>
          <p:cxnSp>
            <p:nvCxnSpPr>
              <p:cNvPr id="135" name="Google Shape;135;p3"/>
              <p:cNvCxnSpPr>
                <a:stCxn id="119" idx="0"/>
                <a:endCxn id="120" idx="5"/>
              </p:cNvCxnSpPr>
              <p:nvPr/>
            </p:nvCxnSpPr>
            <p:spPr>
              <a:xfrm flipH="1">
                <a:off x="8958863" y="3781003"/>
                <a:ext cx="516300" cy="1275300"/>
              </a:xfrm>
              <a:prstGeom prst="straightConnector1">
                <a:avLst/>
              </a:prstGeom>
              <a:noFill/>
              <a:ln w="9525" cap="flat" cmpd="sng">
                <a:solidFill>
                  <a:schemeClr val="dk2"/>
                </a:solidFill>
                <a:prstDash val="solid"/>
                <a:round/>
                <a:headEnd type="none" w="med" len="med"/>
                <a:tailEnd type="none" w="med" len="med"/>
              </a:ln>
            </p:spPr>
          </p:cxnSp>
          <p:cxnSp>
            <p:nvCxnSpPr>
              <p:cNvPr id="136" name="Google Shape;136;p3"/>
              <p:cNvCxnSpPr>
                <a:stCxn id="124" idx="1"/>
                <a:endCxn id="118" idx="5"/>
              </p:cNvCxnSpPr>
              <p:nvPr/>
            </p:nvCxnSpPr>
            <p:spPr>
              <a:xfrm flipH="1">
                <a:off x="9874676" y="4457962"/>
                <a:ext cx="2727900" cy="1495200"/>
              </a:xfrm>
              <a:prstGeom prst="straightConnector1">
                <a:avLst/>
              </a:prstGeom>
              <a:noFill/>
              <a:ln w="9525" cap="flat" cmpd="sng">
                <a:solidFill>
                  <a:schemeClr val="dk2"/>
                </a:solidFill>
                <a:prstDash val="solid"/>
                <a:round/>
                <a:headEnd type="none" w="med" len="med"/>
                <a:tailEnd type="none" w="med" len="med"/>
              </a:ln>
            </p:spPr>
          </p:cxnSp>
          <p:cxnSp>
            <p:nvCxnSpPr>
              <p:cNvPr id="137" name="Google Shape;137;p3"/>
              <p:cNvCxnSpPr>
                <a:stCxn id="121" idx="6"/>
                <a:endCxn id="124" idx="1"/>
              </p:cNvCxnSpPr>
              <p:nvPr/>
            </p:nvCxnSpPr>
            <p:spPr>
              <a:xfrm rot="10800000" flipH="1">
                <a:off x="7793242" y="4458008"/>
                <a:ext cx="4809300" cy="1563900"/>
              </a:xfrm>
              <a:prstGeom prst="straightConnector1">
                <a:avLst/>
              </a:prstGeom>
              <a:noFill/>
              <a:ln w="9525" cap="flat" cmpd="sng">
                <a:solidFill>
                  <a:schemeClr val="dk2"/>
                </a:solidFill>
                <a:prstDash val="solid"/>
                <a:round/>
                <a:headEnd type="none" w="med" len="med"/>
                <a:tailEnd type="none" w="med" len="med"/>
              </a:ln>
            </p:spPr>
          </p:cxnSp>
          <p:cxnSp>
            <p:nvCxnSpPr>
              <p:cNvPr id="138" name="Google Shape;138;p3"/>
              <p:cNvCxnSpPr>
                <a:stCxn id="118" idx="4"/>
                <a:endCxn id="119" idx="0"/>
              </p:cNvCxnSpPr>
              <p:nvPr/>
            </p:nvCxnSpPr>
            <p:spPr>
              <a:xfrm rot="10800000">
                <a:off x="9475181" y="3780935"/>
                <a:ext cx="330900" cy="2143800"/>
              </a:xfrm>
              <a:prstGeom prst="straightConnector1">
                <a:avLst/>
              </a:prstGeom>
              <a:noFill/>
              <a:ln w="9525" cap="flat" cmpd="sng">
                <a:solidFill>
                  <a:schemeClr val="dk2"/>
                </a:solidFill>
                <a:prstDash val="solid"/>
                <a:round/>
                <a:headEnd type="none" w="med" len="med"/>
                <a:tailEnd type="none" w="med" len="med"/>
              </a:ln>
            </p:spPr>
          </p:cxnSp>
          <p:sp>
            <p:nvSpPr>
              <p:cNvPr id="139" name="Google Shape;139;p3"/>
              <p:cNvSpPr/>
              <p:nvPr/>
            </p:nvSpPr>
            <p:spPr>
              <a:xfrm rot="10800000" flipH="1">
                <a:off x="11005448" y="3761850"/>
                <a:ext cx="130500" cy="130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0" name="Google Shape;140;p3"/>
              <p:cNvCxnSpPr>
                <a:stCxn id="124" idx="2"/>
                <a:endCxn id="139" idx="7"/>
              </p:cNvCxnSpPr>
              <p:nvPr/>
            </p:nvCxnSpPr>
            <p:spPr>
              <a:xfrm rot="10800000">
                <a:off x="11116973" y="3873115"/>
                <a:ext cx="1471500" cy="550800"/>
              </a:xfrm>
              <a:prstGeom prst="straightConnector1">
                <a:avLst/>
              </a:prstGeom>
              <a:noFill/>
              <a:ln w="9525" cap="flat" cmpd="sng">
                <a:solidFill>
                  <a:srgbClr val="434343"/>
                </a:solidFill>
                <a:prstDash val="solid"/>
                <a:round/>
                <a:headEnd type="none" w="med" len="med"/>
                <a:tailEnd type="none" w="med" len="med"/>
              </a:ln>
            </p:spPr>
          </p:cxnSp>
          <p:cxnSp>
            <p:nvCxnSpPr>
              <p:cNvPr id="141" name="Google Shape;141;p3"/>
              <p:cNvCxnSpPr>
                <a:stCxn id="139" idx="2"/>
                <a:endCxn id="119" idx="6"/>
              </p:cNvCxnSpPr>
              <p:nvPr/>
            </p:nvCxnSpPr>
            <p:spPr>
              <a:xfrm rot="10800000">
                <a:off x="9675848" y="3580200"/>
                <a:ext cx="1329600" cy="246900"/>
              </a:xfrm>
              <a:prstGeom prst="straightConnector1">
                <a:avLst/>
              </a:prstGeom>
              <a:noFill/>
              <a:ln w="9525" cap="flat" cmpd="sng">
                <a:solidFill>
                  <a:schemeClr val="dk2"/>
                </a:solidFill>
                <a:prstDash val="solid"/>
                <a:round/>
                <a:headEnd type="none" w="med" len="med"/>
                <a:tailEnd type="none" w="med" len="med"/>
              </a:ln>
            </p:spPr>
          </p:cxnSp>
          <p:cxnSp>
            <p:nvCxnSpPr>
              <p:cNvPr id="142" name="Google Shape;142;p3"/>
              <p:cNvCxnSpPr>
                <a:stCxn id="139" idx="0"/>
                <a:endCxn id="118" idx="4"/>
              </p:cNvCxnSpPr>
              <p:nvPr/>
            </p:nvCxnSpPr>
            <p:spPr>
              <a:xfrm flipH="1">
                <a:off x="9806198" y="3892350"/>
                <a:ext cx="1264500" cy="2032500"/>
              </a:xfrm>
              <a:prstGeom prst="straightConnector1">
                <a:avLst/>
              </a:prstGeom>
              <a:noFill/>
              <a:ln w="9525" cap="flat" cmpd="sng">
                <a:solidFill>
                  <a:schemeClr val="dk2"/>
                </a:solidFill>
                <a:prstDash val="solid"/>
                <a:round/>
                <a:headEnd type="none" w="med" len="med"/>
                <a:tailEnd type="none" w="med" len="med"/>
              </a:ln>
            </p:spPr>
          </p:cxnSp>
          <p:cxnSp>
            <p:nvCxnSpPr>
              <p:cNvPr id="143" name="Google Shape;143;p3"/>
              <p:cNvCxnSpPr>
                <a:stCxn id="139" idx="1"/>
                <a:endCxn id="120" idx="5"/>
              </p:cNvCxnSpPr>
              <p:nvPr/>
            </p:nvCxnSpPr>
            <p:spPr>
              <a:xfrm flipH="1">
                <a:off x="8958759" y="3873239"/>
                <a:ext cx="2065800" cy="1183200"/>
              </a:xfrm>
              <a:prstGeom prst="straightConnector1">
                <a:avLst/>
              </a:prstGeom>
              <a:noFill/>
              <a:ln w="9525" cap="flat" cmpd="sng">
                <a:solidFill>
                  <a:schemeClr val="dk2"/>
                </a:solidFill>
                <a:prstDash val="solid"/>
                <a:round/>
                <a:headEnd type="none" w="med" len="med"/>
                <a:tailEnd type="none" w="med" len="med"/>
              </a:ln>
            </p:spPr>
          </p:cxnSp>
          <p:sp>
            <p:nvSpPr>
              <p:cNvPr id="144" name="Google Shape;144;p3"/>
              <p:cNvSpPr/>
              <p:nvPr/>
            </p:nvSpPr>
            <p:spPr>
              <a:xfrm rot="10800000" flipH="1">
                <a:off x="8260191" y="2787257"/>
                <a:ext cx="194400" cy="194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5" name="Google Shape;145;p3"/>
              <p:cNvCxnSpPr>
                <a:stCxn id="119" idx="3"/>
                <a:endCxn id="144" idx="7"/>
              </p:cNvCxnSpPr>
              <p:nvPr/>
            </p:nvCxnSpPr>
            <p:spPr>
              <a:xfrm rot="10800000">
                <a:off x="8426047" y="2953287"/>
                <a:ext cx="907200" cy="485100"/>
              </a:xfrm>
              <a:prstGeom prst="straightConnector1">
                <a:avLst/>
              </a:prstGeom>
              <a:noFill/>
              <a:ln w="9525" cap="flat" cmpd="sng">
                <a:solidFill>
                  <a:schemeClr val="dk2"/>
                </a:solidFill>
                <a:prstDash val="solid"/>
                <a:round/>
                <a:headEnd type="none" w="med" len="med"/>
                <a:tailEnd type="none" w="med" len="med"/>
              </a:ln>
            </p:spPr>
          </p:cxnSp>
          <p:cxnSp>
            <p:nvCxnSpPr>
              <p:cNvPr id="146" name="Google Shape;146;p3"/>
              <p:cNvCxnSpPr>
                <a:stCxn id="144" idx="0"/>
                <a:endCxn id="123" idx="4"/>
              </p:cNvCxnSpPr>
              <p:nvPr/>
            </p:nvCxnSpPr>
            <p:spPr>
              <a:xfrm flipH="1">
                <a:off x="8024391" y="2981657"/>
                <a:ext cx="333000" cy="1113900"/>
              </a:xfrm>
              <a:prstGeom prst="straightConnector1">
                <a:avLst/>
              </a:prstGeom>
              <a:noFill/>
              <a:ln w="9525" cap="flat" cmpd="sng">
                <a:solidFill>
                  <a:schemeClr val="dk2"/>
                </a:solidFill>
                <a:prstDash val="solid"/>
                <a:round/>
                <a:headEnd type="none" w="med" len="med"/>
                <a:tailEnd type="none" w="med" len="med"/>
              </a:ln>
            </p:spPr>
          </p:cxnSp>
          <p:sp>
            <p:nvSpPr>
              <p:cNvPr id="147" name="Google Shape;147;p3"/>
              <p:cNvSpPr/>
              <p:nvPr/>
            </p:nvSpPr>
            <p:spPr>
              <a:xfrm rot="10800000" flipH="1">
                <a:off x="7973826" y="4652423"/>
                <a:ext cx="249300" cy="249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8" name="Google Shape;148;p3"/>
              <p:cNvCxnSpPr>
                <a:stCxn id="117" idx="6"/>
                <a:endCxn id="147" idx="2"/>
              </p:cNvCxnSpPr>
              <p:nvPr/>
            </p:nvCxnSpPr>
            <p:spPr>
              <a:xfrm rot="10800000" flipH="1">
                <a:off x="7183159" y="4777208"/>
                <a:ext cx="790800" cy="131400"/>
              </a:xfrm>
              <a:prstGeom prst="straightConnector1">
                <a:avLst/>
              </a:prstGeom>
              <a:noFill/>
              <a:ln w="9525" cap="flat" cmpd="sng">
                <a:solidFill>
                  <a:schemeClr val="dk2"/>
                </a:solidFill>
                <a:prstDash val="solid"/>
                <a:round/>
                <a:headEnd type="none" w="med" len="med"/>
                <a:tailEnd type="none" w="med" len="med"/>
              </a:ln>
            </p:spPr>
          </p:cxnSp>
          <p:cxnSp>
            <p:nvCxnSpPr>
              <p:cNvPr id="149" name="Google Shape;149;p3"/>
              <p:cNvCxnSpPr>
                <a:stCxn id="123" idx="0"/>
                <a:endCxn id="147" idx="4"/>
              </p:cNvCxnSpPr>
              <p:nvPr/>
            </p:nvCxnSpPr>
            <p:spPr>
              <a:xfrm>
                <a:off x="8024248" y="4226190"/>
                <a:ext cx="74100" cy="426300"/>
              </a:xfrm>
              <a:prstGeom prst="straightConnector1">
                <a:avLst/>
              </a:prstGeom>
              <a:noFill/>
              <a:ln w="9525" cap="flat" cmpd="sng">
                <a:solidFill>
                  <a:schemeClr val="dk2"/>
                </a:solidFill>
                <a:prstDash val="solid"/>
                <a:round/>
                <a:headEnd type="none" w="med" len="med"/>
                <a:tailEnd type="none" w="med" len="med"/>
              </a:ln>
            </p:spPr>
          </p:cxnSp>
          <p:cxnSp>
            <p:nvCxnSpPr>
              <p:cNvPr id="150" name="Google Shape;150;p3"/>
              <p:cNvCxnSpPr>
                <a:stCxn id="147" idx="6"/>
                <a:endCxn id="120" idx="3"/>
              </p:cNvCxnSpPr>
              <p:nvPr/>
            </p:nvCxnSpPr>
            <p:spPr>
              <a:xfrm>
                <a:off x="8223126" y="4777073"/>
                <a:ext cx="643500" cy="279300"/>
              </a:xfrm>
              <a:prstGeom prst="straightConnector1">
                <a:avLst/>
              </a:prstGeom>
              <a:noFill/>
              <a:ln w="9525" cap="flat" cmpd="sng">
                <a:solidFill>
                  <a:schemeClr val="dk2"/>
                </a:solidFill>
                <a:prstDash val="solid"/>
                <a:round/>
                <a:headEnd type="none" w="med" len="med"/>
                <a:tailEnd type="none" w="med" len="med"/>
              </a:ln>
            </p:spPr>
          </p:cxnSp>
          <p:sp>
            <p:nvSpPr>
              <p:cNvPr id="151" name="Google Shape;151;p3"/>
              <p:cNvSpPr/>
              <p:nvPr/>
            </p:nvSpPr>
            <p:spPr>
              <a:xfrm rot="10800000" flipH="1">
                <a:off x="8782441" y="2308882"/>
                <a:ext cx="194400" cy="194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2" name="Google Shape;152;p3"/>
              <p:cNvCxnSpPr>
                <a:stCxn id="144" idx="5"/>
                <a:endCxn id="151" idx="1"/>
              </p:cNvCxnSpPr>
              <p:nvPr/>
            </p:nvCxnSpPr>
            <p:spPr>
              <a:xfrm rot="10800000" flipH="1">
                <a:off x="8426122" y="2474926"/>
                <a:ext cx="384900" cy="340800"/>
              </a:xfrm>
              <a:prstGeom prst="straightConnector1">
                <a:avLst/>
              </a:prstGeom>
              <a:noFill/>
              <a:ln w="9525" cap="flat" cmpd="sng">
                <a:solidFill>
                  <a:schemeClr val="dk2"/>
                </a:solidFill>
                <a:prstDash val="solid"/>
                <a:round/>
                <a:headEnd type="none" w="med" len="med"/>
                <a:tailEnd type="none" w="med" len="med"/>
              </a:ln>
            </p:spPr>
          </p:cxnSp>
          <p:cxnSp>
            <p:nvCxnSpPr>
              <p:cNvPr id="153" name="Google Shape;153;p3"/>
              <p:cNvCxnSpPr>
                <a:stCxn id="151" idx="7"/>
                <a:endCxn id="119" idx="3"/>
              </p:cNvCxnSpPr>
              <p:nvPr/>
            </p:nvCxnSpPr>
            <p:spPr>
              <a:xfrm>
                <a:off x="8948372" y="2474812"/>
                <a:ext cx="384900" cy="963600"/>
              </a:xfrm>
              <a:prstGeom prst="straightConnector1">
                <a:avLst/>
              </a:prstGeom>
              <a:noFill/>
              <a:ln w="9525" cap="flat" cmpd="sng">
                <a:solidFill>
                  <a:schemeClr val="dk2"/>
                </a:solidFill>
                <a:prstDash val="solid"/>
                <a:round/>
                <a:headEnd type="none" w="med" len="med"/>
                <a:tailEnd type="none" w="med" len="med"/>
              </a:ln>
            </p:spPr>
          </p:cxnSp>
          <p:sp>
            <p:nvSpPr>
              <p:cNvPr id="154" name="Google Shape;154;p3"/>
              <p:cNvSpPr/>
              <p:nvPr/>
            </p:nvSpPr>
            <p:spPr>
              <a:xfrm rot="10800000" flipH="1">
                <a:off x="8521366" y="3414207"/>
                <a:ext cx="194400" cy="194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5" name="Google Shape;155;p3"/>
              <p:cNvCxnSpPr>
                <a:stCxn id="144" idx="0"/>
                <a:endCxn id="154" idx="3"/>
              </p:cNvCxnSpPr>
              <p:nvPr/>
            </p:nvCxnSpPr>
            <p:spPr>
              <a:xfrm>
                <a:off x="8357391" y="2981657"/>
                <a:ext cx="192300" cy="461100"/>
              </a:xfrm>
              <a:prstGeom prst="straightConnector1">
                <a:avLst/>
              </a:prstGeom>
              <a:noFill/>
              <a:ln w="9525" cap="flat" cmpd="sng">
                <a:solidFill>
                  <a:schemeClr val="dk2"/>
                </a:solidFill>
                <a:prstDash val="solid"/>
                <a:round/>
                <a:headEnd type="none" w="med" len="med"/>
                <a:tailEnd type="none" w="med" len="med"/>
              </a:ln>
            </p:spPr>
          </p:cxnSp>
          <p:cxnSp>
            <p:nvCxnSpPr>
              <p:cNvPr id="156" name="Google Shape;156;p3"/>
              <p:cNvCxnSpPr>
                <a:stCxn id="154" idx="1"/>
                <a:endCxn id="123" idx="5"/>
              </p:cNvCxnSpPr>
              <p:nvPr/>
            </p:nvCxnSpPr>
            <p:spPr>
              <a:xfrm flipH="1">
                <a:off x="8070435" y="3580137"/>
                <a:ext cx="479400" cy="534600"/>
              </a:xfrm>
              <a:prstGeom prst="straightConnector1">
                <a:avLst/>
              </a:prstGeom>
              <a:noFill/>
              <a:ln w="9525" cap="flat" cmpd="sng">
                <a:solidFill>
                  <a:schemeClr val="dk2"/>
                </a:solidFill>
                <a:prstDash val="solid"/>
                <a:round/>
                <a:headEnd type="none" w="med" len="med"/>
                <a:tailEnd type="none" w="med" len="med"/>
              </a:ln>
            </p:spPr>
          </p:cxnSp>
          <p:cxnSp>
            <p:nvCxnSpPr>
              <p:cNvPr id="157" name="Google Shape;157;p3"/>
              <p:cNvCxnSpPr>
                <a:stCxn id="154" idx="6"/>
                <a:endCxn id="119" idx="2"/>
              </p:cNvCxnSpPr>
              <p:nvPr/>
            </p:nvCxnSpPr>
            <p:spPr>
              <a:xfrm>
                <a:off x="8715766" y="3511407"/>
                <a:ext cx="558600" cy="69000"/>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62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629"/>
        <p:cNvGrpSpPr/>
        <p:nvPr/>
      </p:nvGrpSpPr>
      <p:grpSpPr>
        <a:xfrm>
          <a:off x="0" y="0"/>
          <a:ext cx="0" cy="0"/>
          <a:chOff x="0" y="0"/>
          <a:chExt cx="0" cy="0"/>
        </a:xfrm>
      </p:grpSpPr>
      <p:sp>
        <p:nvSpPr>
          <p:cNvPr id="630" name="Google Shape;630;p13"/>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grpSp>
        <p:nvGrpSpPr>
          <p:cNvPr id="631" name="Google Shape;631;p13"/>
          <p:cNvGrpSpPr/>
          <p:nvPr/>
        </p:nvGrpSpPr>
        <p:grpSpPr>
          <a:xfrm>
            <a:off x="119288" y="163238"/>
            <a:ext cx="8837200" cy="4388712"/>
            <a:chOff x="119288" y="163238"/>
            <a:chExt cx="8837200" cy="4388712"/>
          </a:xfrm>
        </p:grpSpPr>
        <p:grpSp>
          <p:nvGrpSpPr>
            <p:cNvPr id="632" name="Google Shape;632;p13"/>
            <p:cNvGrpSpPr/>
            <p:nvPr/>
          </p:nvGrpSpPr>
          <p:grpSpPr>
            <a:xfrm rot="10800000" flipH="1">
              <a:off x="8658213" y="4229275"/>
              <a:ext cx="298275" cy="322675"/>
              <a:chOff x="8667225" y="681525"/>
              <a:chExt cx="298275" cy="322675"/>
            </a:xfrm>
          </p:grpSpPr>
          <p:sp>
            <p:nvSpPr>
              <p:cNvPr id="633" name="Google Shape;633;p13"/>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34" name="Google Shape;634;p13"/>
              <p:cNvSpPr/>
              <p:nvPr/>
            </p:nvSpPr>
            <p:spPr>
              <a:xfrm rot="10800000">
                <a:off x="8825400" y="681525"/>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35" name="Google Shape;635;p13"/>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636" name="Google Shape;636;p13"/>
            <p:cNvGrpSpPr/>
            <p:nvPr/>
          </p:nvGrpSpPr>
          <p:grpSpPr>
            <a:xfrm rot="10800000" flipH="1">
              <a:off x="119288" y="163238"/>
              <a:ext cx="406275" cy="563575"/>
              <a:chOff x="140150" y="4340075"/>
              <a:chExt cx="406275" cy="563575"/>
            </a:xfrm>
          </p:grpSpPr>
          <p:sp>
            <p:nvSpPr>
              <p:cNvPr id="637" name="Google Shape;637;p13"/>
              <p:cNvSpPr/>
              <p:nvPr/>
            </p:nvSpPr>
            <p:spPr>
              <a:xfrm rot="10800000">
                <a:off x="140150" y="434007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38" name="Google Shape;638;p13"/>
              <p:cNvSpPr/>
              <p:nvPr/>
            </p:nvSpPr>
            <p:spPr>
              <a:xfrm rot="10800000">
                <a:off x="298325" y="4657175"/>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39" name="Google Shape;639;p13"/>
              <p:cNvSpPr/>
              <p:nvPr/>
            </p:nvSpPr>
            <p:spPr>
              <a:xfrm rot="10800000">
                <a:off x="495125" y="485235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40" name="Google Shape;640;p13"/>
              <p:cNvSpPr/>
              <p:nvPr/>
            </p:nvSpPr>
            <p:spPr>
              <a:xfrm rot="10800000">
                <a:off x="165050" y="4657175"/>
                <a:ext cx="51300" cy="51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grpSp>
        <p:nvGrpSpPr>
          <p:cNvPr id="641" name="Google Shape;641;p13"/>
          <p:cNvGrpSpPr/>
          <p:nvPr/>
        </p:nvGrpSpPr>
        <p:grpSpPr>
          <a:xfrm>
            <a:off x="-989788" y="-671217"/>
            <a:ext cx="10544675" cy="8105803"/>
            <a:chOff x="-989788" y="-671217"/>
            <a:chExt cx="10544675" cy="8105803"/>
          </a:xfrm>
        </p:grpSpPr>
        <p:grpSp>
          <p:nvGrpSpPr>
            <p:cNvPr id="642" name="Google Shape;642;p13"/>
            <p:cNvGrpSpPr/>
            <p:nvPr/>
          </p:nvGrpSpPr>
          <p:grpSpPr>
            <a:xfrm flipH="1">
              <a:off x="6491263" y="-671217"/>
              <a:ext cx="3063625" cy="3321711"/>
              <a:chOff x="-460575" y="-671217"/>
              <a:chExt cx="3063625" cy="3321711"/>
            </a:xfrm>
          </p:grpSpPr>
          <p:cxnSp>
            <p:nvCxnSpPr>
              <p:cNvPr id="643" name="Google Shape;643;p13"/>
              <p:cNvCxnSpPr>
                <a:stCxn id="644" idx="6"/>
                <a:endCxn id="645" idx="2"/>
              </p:cNvCxnSpPr>
              <p:nvPr/>
            </p:nvCxnSpPr>
            <p:spPr>
              <a:xfrm rot="10800000" flipH="1">
                <a:off x="421801" y="-63292"/>
                <a:ext cx="2023800" cy="476400"/>
              </a:xfrm>
              <a:prstGeom prst="straightConnector1">
                <a:avLst/>
              </a:prstGeom>
              <a:noFill/>
              <a:ln w="9525" cap="flat" cmpd="sng">
                <a:solidFill>
                  <a:schemeClr val="dk2"/>
                </a:solidFill>
                <a:prstDash val="solid"/>
                <a:round/>
                <a:headEnd type="none" w="med" len="med"/>
                <a:tailEnd type="none" w="med" len="med"/>
              </a:ln>
            </p:spPr>
          </p:cxnSp>
          <p:sp>
            <p:nvSpPr>
              <p:cNvPr id="645" name="Google Shape;645;p13"/>
              <p:cNvSpPr/>
              <p:nvPr/>
            </p:nvSpPr>
            <p:spPr>
              <a:xfrm>
                <a:off x="2445550" y="-142081"/>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46" name="Google Shape;646;p13"/>
              <p:cNvSpPr/>
              <p:nvPr/>
            </p:nvSpPr>
            <p:spPr>
              <a:xfrm>
                <a:off x="61646" y="-671217"/>
                <a:ext cx="157500" cy="157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47" name="Google Shape;647;p13"/>
              <p:cNvSpPr/>
              <p:nvPr/>
            </p:nvSpPr>
            <p:spPr>
              <a:xfrm>
                <a:off x="90425" y="2492994"/>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48" name="Google Shape;648;p13"/>
              <p:cNvSpPr/>
              <p:nvPr/>
            </p:nvSpPr>
            <p:spPr>
              <a:xfrm>
                <a:off x="125826" y="886737"/>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49" name="Google Shape;649;p13"/>
              <p:cNvSpPr/>
              <p:nvPr/>
            </p:nvSpPr>
            <p:spPr>
              <a:xfrm>
                <a:off x="382949" y="1317288"/>
                <a:ext cx="143400" cy="157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650" name="Google Shape;650;p13"/>
              <p:cNvCxnSpPr>
                <a:stCxn id="649" idx="4"/>
                <a:endCxn id="647" idx="0"/>
              </p:cNvCxnSpPr>
              <p:nvPr/>
            </p:nvCxnSpPr>
            <p:spPr>
              <a:xfrm flipH="1">
                <a:off x="169049" y="1474788"/>
                <a:ext cx="285600" cy="1018200"/>
              </a:xfrm>
              <a:prstGeom prst="straightConnector1">
                <a:avLst/>
              </a:prstGeom>
              <a:noFill/>
              <a:ln w="9525" cap="flat" cmpd="sng">
                <a:solidFill>
                  <a:schemeClr val="dk2"/>
                </a:solidFill>
                <a:prstDash val="solid"/>
                <a:round/>
                <a:headEnd type="none" w="med" len="med"/>
                <a:tailEnd type="none" w="med" len="med"/>
              </a:ln>
            </p:spPr>
          </p:cxnSp>
          <p:cxnSp>
            <p:nvCxnSpPr>
              <p:cNvPr id="651" name="Google Shape;651;p13"/>
              <p:cNvCxnSpPr>
                <a:stCxn id="648" idx="4"/>
                <a:endCxn id="647" idx="0"/>
              </p:cNvCxnSpPr>
              <p:nvPr/>
            </p:nvCxnSpPr>
            <p:spPr>
              <a:xfrm>
                <a:off x="169176" y="973437"/>
                <a:ext cx="0" cy="1519500"/>
              </a:xfrm>
              <a:prstGeom prst="straightConnector1">
                <a:avLst/>
              </a:prstGeom>
              <a:noFill/>
              <a:ln w="9525" cap="flat" cmpd="sng">
                <a:solidFill>
                  <a:schemeClr val="dk2"/>
                </a:solidFill>
                <a:prstDash val="solid"/>
                <a:round/>
                <a:headEnd type="none" w="med" len="med"/>
                <a:tailEnd type="none" w="med" len="med"/>
              </a:ln>
            </p:spPr>
          </p:cxnSp>
          <p:cxnSp>
            <p:nvCxnSpPr>
              <p:cNvPr id="652" name="Google Shape;652;p13"/>
              <p:cNvCxnSpPr>
                <a:stCxn id="648" idx="5"/>
                <a:endCxn id="649" idx="1"/>
              </p:cNvCxnSpPr>
              <p:nvPr/>
            </p:nvCxnSpPr>
            <p:spPr>
              <a:xfrm>
                <a:off x="199829" y="960741"/>
                <a:ext cx="204000" cy="379500"/>
              </a:xfrm>
              <a:prstGeom prst="straightConnector1">
                <a:avLst/>
              </a:prstGeom>
              <a:noFill/>
              <a:ln w="9525" cap="flat" cmpd="sng">
                <a:solidFill>
                  <a:schemeClr val="dk2"/>
                </a:solidFill>
                <a:prstDash val="solid"/>
                <a:round/>
                <a:headEnd type="none" w="med" len="med"/>
                <a:tailEnd type="none" w="med" len="med"/>
              </a:ln>
            </p:spPr>
          </p:cxnSp>
          <p:cxnSp>
            <p:nvCxnSpPr>
              <p:cNvPr id="653" name="Google Shape;653;p13"/>
              <p:cNvCxnSpPr>
                <a:stCxn id="648" idx="0"/>
                <a:endCxn id="646" idx="4"/>
              </p:cNvCxnSpPr>
              <p:nvPr/>
            </p:nvCxnSpPr>
            <p:spPr>
              <a:xfrm rot="10800000">
                <a:off x="140376" y="-513663"/>
                <a:ext cx="28800" cy="1400400"/>
              </a:xfrm>
              <a:prstGeom prst="straightConnector1">
                <a:avLst/>
              </a:prstGeom>
              <a:noFill/>
              <a:ln w="9525" cap="flat" cmpd="sng">
                <a:solidFill>
                  <a:schemeClr val="dk2"/>
                </a:solidFill>
                <a:prstDash val="solid"/>
                <a:round/>
                <a:headEnd type="none" w="med" len="med"/>
                <a:tailEnd type="none" w="med" len="med"/>
              </a:ln>
            </p:spPr>
          </p:cxnSp>
          <p:cxnSp>
            <p:nvCxnSpPr>
              <p:cNvPr id="654" name="Google Shape;654;p13"/>
              <p:cNvCxnSpPr>
                <a:stCxn id="648" idx="7"/>
                <a:endCxn id="644" idx="3"/>
              </p:cNvCxnSpPr>
              <p:nvPr/>
            </p:nvCxnSpPr>
            <p:spPr>
              <a:xfrm rot="10800000" flipH="1">
                <a:off x="199829" y="443734"/>
                <a:ext cx="147900" cy="455700"/>
              </a:xfrm>
              <a:prstGeom prst="straightConnector1">
                <a:avLst/>
              </a:prstGeom>
              <a:noFill/>
              <a:ln w="9525" cap="flat" cmpd="sng">
                <a:solidFill>
                  <a:schemeClr val="dk2"/>
                </a:solidFill>
                <a:prstDash val="solid"/>
                <a:round/>
                <a:headEnd type="none" w="med" len="med"/>
                <a:tailEnd type="none" w="med" len="med"/>
              </a:ln>
            </p:spPr>
          </p:cxnSp>
          <p:cxnSp>
            <p:nvCxnSpPr>
              <p:cNvPr id="655" name="Google Shape;655;p13"/>
              <p:cNvCxnSpPr>
                <a:stCxn id="646" idx="5"/>
                <a:endCxn id="644" idx="0"/>
              </p:cNvCxnSpPr>
              <p:nvPr/>
            </p:nvCxnSpPr>
            <p:spPr>
              <a:xfrm>
                <a:off x="196080" y="-536782"/>
                <a:ext cx="182400" cy="906600"/>
              </a:xfrm>
              <a:prstGeom prst="straightConnector1">
                <a:avLst/>
              </a:prstGeom>
              <a:noFill/>
              <a:ln w="9525" cap="flat" cmpd="sng">
                <a:solidFill>
                  <a:schemeClr val="dk2"/>
                </a:solidFill>
                <a:prstDash val="solid"/>
                <a:round/>
                <a:headEnd type="none" w="med" len="med"/>
                <a:tailEnd type="none" w="med" len="med"/>
              </a:ln>
            </p:spPr>
          </p:cxnSp>
          <p:cxnSp>
            <p:nvCxnSpPr>
              <p:cNvPr id="656" name="Google Shape;656;p13"/>
              <p:cNvCxnSpPr>
                <a:stCxn id="646" idx="6"/>
                <a:endCxn id="645" idx="2"/>
              </p:cNvCxnSpPr>
              <p:nvPr/>
            </p:nvCxnSpPr>
            <p:spPr>
              <a:xfrm>
                <a:off x="219146" y="-592467"/>
                <a:ext cx="2226300" cy="529200"/>
              </a:xfrm>
              <a:prstGeom prst="straightConnector1">
                <a:avLst/>
              </a:prstGeom>
              <a:noFill/>
              <a:ln w="9525" cap="flat" cmpd="sng">
                <a:solidFill>
                  <a:schemeClr val="dk2"/>
                </a:solidFill>
                <a:prstDash val="solid"/>
                <a:round/>
                <a:headEnd type="none" w="med" len="med"/>
                <a:tailEnd type="none" w="med" len="med"/>
              </a:ln>
            </p:spPr>
          </p:cxnSp>
          <p:cxnSp>
            <p:nvCxnSpPr>
              <p:cNvPr id="657" name="Google Shape;657;p13"/>
              <p:cNvCxnSpPr>
                <a:stCxn id="658" idx="1"/>
                <a:endCxn id="646" idx="5"/>
              </p:cNvCxnSpPr>
              <p:nvPr/>
            </p:nvCxnSpPr>
            <p:spPr>
              <a:xfrm rot="10800000">
                <a:off x="195958" y="-536780"/>
                <a:ext cx="600600" cy="723900"/>
              </a:xfrm>
              <a:prstGeom prst="straightConnector1">
                <a:avLst/>
              </a:prstGeom>
              <a:noFill/>
              <a:ln w="9525" cap="flat" cmpd="sng">
                <a:solidFill>
                  <a:schemeClr val="dk2"/>
                </a:solidFill>
                <a:prstDash val="solid"/>
                <a:round/>
                <a:headEnd type="none" w="med" len="med"/>
                <a:tailEnd type="none" w="med" len="med"/>
              </a:ln>
            </p:spPr>
          </p:cxnSp>
          <p:cxnSp>
            <p:nvCxnSpPr>
              <p:cNvPr id="659" name="Google Shape;659;p13"/>
              <p:cNvCxnSpPr>
                <a:stCxn id="649" idx="0"/>
                <a:endCxn id="644" idx="4"/>
              </p:cNvCxnSpPr>
              <p:nvPr/>
            </p:nvCxnSpPr>
            <p:spPr>
              <a:xfrm rot="10800000">
                <a:off x="378449" y="456588"/>
                <a:ext cx="76200" cy="860700"/>
              </a:xfrm>
              <a:prstGeom prst="straightConnector1">
                <a:avLst/>
              </a:prstGeom>
              <a:noFill/>
              <a:ln w="9525" cap="flat" cmpd="sng">
                <a:solidFill>
                  <a:schemeClr val="dk2"/>
                </a:solidFill>
                <a:prstDash val="solid"/>
                <a:round/>
                <a:headEnd type="none" w="med" len="med"/>
                <a:tailEnd type="none" w="med" len="med"/>
              </a:ln>
            </p:spPr>
          </p:cxnSp>
          <p:cxnSp>
            <p:nvCxnSpPr>
              <p:cNvPr id="660" name="Google Shape;660;p13"/>
              <p:cNvCxnSpPr>
                <a:stCxn id="649" idx="0"/>
                <a:endCxn id="658" idx="3"/>
              </p:cNvCxnSpPr>
              <p:nvPr/>
            </p:nvCxnSpPr>
            <p:spPr>
              <a:xfrm rot="10800000" flipH="1">
                <a:off x="454649" y="268188"/>
                <a:ext cx="342000" cy="1049100"/>
              </a:xfrm>
              <a:prstGeom prst="straightConnector1">
                <a:avLst/>
              </a:prstGeom>
              <a:noFill/>
              <a:ln w="9525" cap="flat" cmpd="sng">
                <a:solidFill>
                  <a:schemeClr val="dk2"/>
                </a:solidFill>
                <a:prstDash val="solid"/>
                <a:round/>
                <a:headEnd type="none" w="med" len="med"/>
                <a:tailEnd type="none" w="med" len="med"/>
              </a:ln>
            </p:spPr>
          </p:cxnSp>
          <p:sp>
            <p:nvSpPr>
              <p:cNvPr id="661" name="Google Shape;661;p13"/>
              <p:cNvSpPr/>
              <p:nvPr/>
            </p:nvSpPr>
            <p:spPr>
              <a:xfrm>
                <a:off x="987225" y="-92131"/>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662" name="Google Shape;662;p13"/>
              <p:cNvCxnSpPr>
                <a:stCxn id="646" idx="5"/>
                <a:endCxn id="661" idx="1"/>
              </p:cNvCxnSpPr>
              <p:nvPr/>
            </p:nvCxnSpPr>
            <p:spPr>
              <a:xfrm>
                <a:off x="196080" y="-536782"/>
                <a:ext cx="814200" cy="467700"/>
              </a:xfrm>
              <a:prstGeom prst="straightConnector1">
                <a:avLst/>
              </a:prstGeom>
              <a:noFill/>
              <a:ln w="9525" cap="flat" cmpd="sng">
                <a:solidFill>
                  <a:schemeClr val="dk2"/>
                </a:solidFill>
                <a:prstDash val="solid"/>
                <a:round/>
                <a:headEnd type="none" w="med" len="med"/>
                <a:tailEnd type="none" w="med" len="med"/>
              </a:ln>
            </p:spPr>
          </p:cxnSp>
          <p:cxnSp>
            <p:nvCxnSpPr>
              <p:cNvPr id="663" name="Google Shape;663;p13"/>
              <p:cNvCxnSpPr>
                <a:stCxn id="658" idx="7"/>
                <a:endCxn id="661" idx="3"/>
              </p:cNvCxnSpPr>
              <p:nvPr/>
            </p:nvCxnSpPr>
            <p:spPr>
              <a:xfrm rot="10800000" flipH="1">
                <a:off x="877592" y="42220"/>
                <a:ext cx="132600" cy="144900"/>
              </a:xfrm>
              <a:prstGeom prst="straightConnector1">
                <a:avLst/>
              </a:prstGeom>
              <a:noFill/>
              <a:ln w="9525" cap="flat" cmpd="sng">
                <a:solidFill>
                  <a:schemeClr val="dk2"/>
                </a:solidFill>
                <a:prstDash val="solid"/>
                <a:round/>
                <a:headEnd type="none" w="med" len="med"/>
                <a:tailEnd type="none" w="med" len="med"/>
              </a:ln>
            </p:spPr>
          </p:cxnSp>
          <p:cxnSp>
            <p:nvCxnSpPr>
              <p:cNvPr id="664" name="Google Shape;664;p13"/>
              <p:cNvCxnSpPr>
                <a:stCxn id="661" idx="6"/>
                <a:endCxn id="645" idx="2"/>
              </p:cNvCxnSpPr>
              <p:nvPr/>
            </p:nvCxnSpPr>
            <p:spPr>
              <a:xfrm rot="10800000" flipH="1">
                <a:off x="1144725" y="-63481"/>
                <a:ext cx="1300800" cy="50100"/>
              </a:xfrm>
              <a:prstGeom prst="straightConnector1">
                <a:avLst/>
              </a:prstGeom>
              <a:noFill/>
              <a:ln w="9525" cap="flat" cmpd="sng">
                <a:solidFill>
                  <a:schemeClr val="dk2"/>
                </a:solidFill>
                <a:prstDash val="solid"/>
                <a:round/>
                <a:headEnd type="none" w="med" len="med"/>
                <a:tailEnd type="none" w="med" len="med"/>
              </a:ln>
            </p:spPr>
          </p:cxnSp>
          <p:sp>
            <p:nvSpPr>
              <p:cNvPr id="665" name="Google Shape;665;p13"/>
              <p:cNvSpPr/>
              <p:nvPr/>
            </p:nvSpPr>
            <p:spPr>
              <a:xfrm>
                <a:off x="-460575" y="540519"/>
                <a:ext cx="157500" cy="157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666" name="Google Shape;666;p13"/>
              <p:cNvCxnSpPr>
                <a:stCxn id="665" idx="0"/>
                <a:endCxn id="646" idx="3"/>
              </p:cNvCxnSpPr>
              <p:nvPr/>
            </p:nvCxnSpPr>
            <p:spPr>
              <a:xfrm rot="10800000" flipH="1">
                <a:off x="-381825" y="-536781"/>
                <a:ext cx="466500" cy="1077300"/>
              </a:xfrm>
              <a:prstGeom prst="straightConnector1">
                <a:avLst/>
              </a:prstGeom>
              <a:noFill/>
              <a:ln w="9525" cap="flat" cmpd="sng">
                <a:solidFill>
                  <a:schemeClr val="dk2"/>
                </a:solidFill>
                <a:prstDash val="solid"/>
                <a:round/>
                <a:headEnd type="none" w="med" len="med"/>
                <a:tailEnd type="none" w="med" len="med"/>
              </a:ln>
            </p:spPr>
          </p:cxnSp>
          <p:cxnSp>
            <p:nvCxnSpPr>
              <p:cNvPr id="667" name="Google Shape;667;p13"/>
              <p:cNvCxnSpPr>
                <a:stCxn id="665" idx="6"/>
                <a:endCxn id="644" idx="3"/>
              </p:cNvCxnSpPr>
              <p:nvPr/>
            </p:nvCxnSpPr>
            <p:spPr>
              <a:xfrm rot="10800000" flipH="1">
                <a:off x="-303075" y="443769"/>
                <a:ext cx="651000" cy="175500"/>
              </a:xfrm>
              <a:prstGeom prst="straightConnector1">
                <a:avLst/>
              </a:prstGeom>
              <a:noFill/>
              <a:ln w="9525" cap="flat" cmpd="sng">
                <a:solidFill>
                  <a:schemeClr val="dk2"/>
                </a:solidFill>
                <a:prstDash val="solid"/>
                <a:round/>
                <a:headEnd type="none" w="med" len="med"/>
                <a:tailEnd type="none" w="med" len="med"/>
              </a:ln>
            </p:spPr>
          </p:cxnSp>
          <p:cxnSp>
            <p:nvCxnSpPr>
              <p:cNvPr id="668" name="Google Shape;668;p13"/>
              <p:cNvCxnSpPr>
                <a:stCxn id="665" idx="5"/>
                <a:endCxn id="648" idx="1"/>
              </p:cNvCxnSpPr>
              <p:nvPr/>
            </p:nvCxnSpPr>
            <p:spPr>
              <a:xfrm>
                <a:off x="-326140" y="674953"/>
                <a:ext cx="464700" cy="224400"/>
              </a:xfrm>
              <a:prstGeom prst="straightConnector1">
                <a:avLst/>
              </a:prstGeom>
              <a:noFill/>
              <a:ln w="9525" cap="flat" cmpd="sng">
                <a:solidFill>
                  <a:schemeClr val="dk2"/>
                </a:solidFill>
                <a:prstDash val="solid"/>
                <a:round/>
                <a:headEnd type="none" w="med" len="med"/>
                <a:tailEnd type="none" w="med" len="med"/>
              </a:ln>
            </p:spPr>
          </p:cxnSp>
          <p:cxnSp>
            <p:nvCxnSpPr>
              <p:cNvPr id="669" name="Google Shape;669;p13"/>
              <p:cNvCxnSpPr>
                <a:stCxn id="665" idx="5"/>
                <a:endCxn id="647" idx="1"/>
              </p:cNvCxnSpPr>
              <p:nvPr/>
            </p:nvCxnSpPr>
            <p:spPr>
              <a:xfrm>
                <a:off x="-326140" y="674953"/>
                <a:ext cx="439500" cy="1841100"/>
              </a:xfrm>
              <a:prstGeom prst="straightConnector1">
                <a:avLst/>
              </a:prstGeom>
              <a:noFill/>
              <a:ln w="9525" cap="flat" cmpd="sng">
                <a:solidFill>
                  <a:schemeClr val="dk2"/>
                </a:solidFill>
                <a:prstDash val="solid"/>
                <a:round/>
                <a:headEnd type="none" w="med" len="med"/>
                <a:tailEnd type="none" w="med" len="med"/>
              </a:ln>
            </p:spPr>
          </p:cxnSp>
          <p:sp>
            <p:nvSpPr>
              <p:cNvPr id="658" name="Google Shape;658;p13"/>
              <p:cNvSpPr/>
              <p:nvPr/>
            </p:nvSpPr>
            <p:spPr>
              <a:xfrm>
                <a:off x="779775" y="170338"/>
                <a:ext cx="114600" cy="11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44" name="Google Shape;644;p13"/>
              <p:cNvSpPr/>
              <p:nvPr/>
            </p:nvSpPr>
            <p:spPr>
              <a:xfrm>
                <a:off x="335101" y="369758"/>
                <a:ext cx="86700" cy="86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670" name="Google Shape;670;p13"/>
            <p:cNvGrpSpPr/>
            <p:nvPr/>
          </p:nvGrpSpPr>
          <p:grpSpPr>
            <a:xfrm rot="459949">
              <a:off x="-831023" y="4514858"/>
              <a:ext cx="4123087" cy="2656599"/>
              <a:chOff x="720013" y="4544655"/>
              <a:chExt cx="4122933" cy="2656500"/>
            </a:xfrm>
          </p:grpSpPr>
          <p:sp>
            <p:nvSpPr>
              <p:cNvPr id="671" name="Google Shape;671;p13"/>
              <p:cNvSpPr/>
              <p:nvPr/>
            </p:nvSpPr>
            <p:spPr>
              <a:xfrm rot="-9417549">
                <a:off x="4549660" y="4701311"/>
                <a:ext cx="128773" cy="128773"/>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72" name="Google Shape;672;p13"/>
              <p:cNvSpPr/>
              <p:nvPr/>
            </p:nvSpPr>
            <p:spPr>
              <a:xfrm rot="-9417549">
                <a:off x="1761182" y="4936441"/>
                <a:ext cx="128773" cy="128773"/>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73" name="Google Shape;673;p13"/>
              <p:cNvSpPr/>
              <p:nvPr/>
            </p:nvSpPr>
            <p:spPr>
              <a:xfrm rot="-9421326">
                <a:off x="3012797" y="4851722"/>
                <a:ext cx="265897" cy="265897"/>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74" name="Google Shape;674;p13"/>
              <p:cNvSpPr/>
              <p:nvPr/>
            </p:nvSpPr>
            <p:spPr>
              <a:xfrm rot="-9414352">
                <a:off x="2945862" y="6000076"/>
                <a:ext cx="86426" cy="86426"/>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75" name="Google Shape;675;p13"/>
              <p:cNvSpPr/>
              <p:nvPr/>
            </p:nvSpPr>
            <p:spPr>
              <a:xfrm rot="-9422930">
                <a:off x="3430718" y="6873877"/>
                <a:ext cx="63855" cy="63855"/>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76" name="Google Shape;676;p13"/>
              <p:cNvSpPr/>
              <p:nvPr/>
            </p:nvSpPr>
            <p:spPr>
              <a:xfrm rot="-9414352">
                <a:off x="1807960" y="6172505"/>
                <a:ext cx="86426" cy="86426"/>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77" name="Google Shape;677;p13"/>
              <p:cNvSpPr/>
              <p:nvPr/>
            </p:nvSpPr>
            <p:spPr>
              <a:xfrm rot="-9414352">
                <a:off x="3731053" y="4665484"/>
                <a:ext cx="86426" cy="86426"/>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78" name="Google Shape;678;p13"/>
              <p:cNvSpPr/>
              <p:nvPr/>
            </p:nvSpPr>
            <p:spPr>
              <a:xfrm rot="-9421558">
                <a:off x="740331" y="4726434"/>
                <a:ext cx="130664" cy="130664"/>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679" name="Google Shape;679;p13"/>
              <p:cNvCxnSpPr>
                <a:stCxn id="675" idx="5"/>
                <a:endCxn id="674" idx="1"/>
              </p:cNvCxnSpPr>
              <p:nvPr/>
            </p:nvCxnSpPr>
            <p:spPr>
              <a:xfrm rot="10340870">
                <a:off x="3060066" y="6057182"/>
                <a:ext cx="335689" cy="845161"/>
              </a:xfrm>
              <a:prstGeom prst="straightConnector1">
                <a:avLst/>
              </a:prstGeom>
              <a:noFill/>
              <a:ln w="9525" cap="flat" cmpd="sng">
                <a:solidFill>
                  <a:schemeClr val="dk2"/>
                </a:solidFill>
                <a:prstDash val="solid"/>
                <a:round/>
                <a:headEnd type="none" w="med" len="med"/>
                <a:tailEnd type="none" w="med" len="med"/>
              </a:ln>
            </p:spPr>
          </p:cxnSp>
          <p:cxnSp>
            <p:nvCxnSpPr>
              <p:cNvPr id="680" name="Google Shape;680;p13"/>
              <p:cNvCxnSpPr>
                <a:stCxn id="676" idx="4"/>
                <a:endCxn id="674" idx="7"/>
              </p:cNvCxnSpPr>
              <p:nvPr/>
            </p:nvCxnSpPr>
            <p:spPr>
              <a:xfrm rot="-459755">
                <a:off x="1865221" y="6103386"/>
                <a:ext cx="1086704" cy="28766"/>
              </a:xfrm>
              <a:prstGeom prst="straightConnector1">
                <a:avLst/>
              </a:prstGeom>
              <a:noFill/>
              <a:ln w="9525" cap="flat" cmpd="sng">
                <a:solidFill>
                  <a:schemeClr val="dk2"/>
                </a:solidFill>
                <a:prstDash val="solid"/>
                <a:round/>
                <a:headEnd type="none" w="med" len="med"/>
                <a:tailEnd type="none" w="med" len="med"/>
              </a:ln>
            </p:spPr>
          </p:cxnSp>
          <p:cxnSp>
            <p:nvCxnSpPr>
              <p:cNvPr id="681" name="Google Shape;681;p13"/>
              <p:cNvCxnSpPr>
                <a:stCxn id="671" idx="0"/>
                <a:endCxn id="675" idx="3"/>
              </p:cNvCxnSpPr>
              <p:nvPr/>
            </p:nvCxnSpPr>
            <p:spPr>
              <a:xfrm rot="-459979" flipH="1">
                <a:off x="3359205" y="4907332"/>
                <a:ext cx="1362781" cy="1904031"/>
              </a:xfrm>
              <a:prstGeom prst="straightConnector1">
                <a:avLst/>
              </a:prstGeom>
              <a:noFill/>
              <a:ln w="9525" cap="flat" cmpd="sng">
                <a:solidFill>
                  <a:schemeClr val="dk2"/>
                </a:solidFill>
                <a:prstDash val="solid"/>
                <a:round/>
                <a:headEnd type="none" w="med" len="med"/>
                <a:tailEnd type="none" w="med" len="med"/>
              </a:ln>
            </p:spPr>
          </p:cxnSp>
          <p:cxnSp>
            <p:nvCxnSpPr>
              <p:cNvPr id="682" name="Google Shape;682;p13"/>
              <p:cNvCxnSpPr>
                <a:stCxn id="675" idx="7"/>
                <a:endCxn id="676" idx="2"/>
              </p:cNvCxnSpPr>
              <p:nvPr/>
            </p:nvCxnSpPr>
            <p:spPr>
              <a:xfrm rot="10340005">
                <a:off x="1943581" y="6132795"/>
                <a:ext cx="1436945" cy="884790"/>
              </a:xfrm>
              <a:prstGeom prst="straightConnector1">
                <a:avLst/>
              </a:prstGeom>
              <a:noFill/>
              <a:ln w="9525" cap="flat" cmpd="sng">
                <a:solidFill>
                  <a:schemeClr val="dk2"/>
                </a:solidFill>
                <a:prstDash val="solid"/>
                <a:round/>
                <a:headEnd type="none" w="med" len="med"/>
                <a:tailEnd type="none" w="med" len="med"/>
              </a:ln>
            </p:spPr>
          </p:cxnSp>
          <p:cxnSp>
            <p:nvCxnSpPr>
              <p:cNvPr id="683" name="Google Shape;683;p13"/>
              <p:cNvCxnSpPr>
                <a:stCxn id="676" idx="6"/>
                <a:endCxn id="672" idx="1"/>
              </p:cNvCxnSpPr>
              <p:nvPr/>
            </p:nvCxnSpPr>
            <p:spPr>
              <a:xfrm rot="10342167" flipH="1">
                <a:off x="1735733" y="5068157"/>
                <a:ext cx="189781" cy="1123022"/>
              </a:xfrm>
              <a:prstGeom prst="straightConnector1">
                <a:avLst/>
              </a:prstGeom>
              <a:noFill/>
              <a:ln w="9525" cap="flat" cmpd="sng">
                <a:solidFill>
                  <a:schemeClr val="dk2"/>
                </a:solidFill>
                <a:prstDash val="solid"/>
                <a:round/>
                <a:headEnd type="none" w="med" len="med"/>
                <a:tailEnd type="none" w="med" len="med"/>
              </a:ln>
            </p:spPr>
          </p:cxnSp>
          <p:cxnSp>
            <p:nvCxnSpPr>
              <p:cNvPr id="684" name="Google Shape;684;p13"/>
              <p:cNvCxnSpPr>
                <a:stCxn id="674" idx="5"/>
                <a:endCxn id="672" idx="1"/>
              </p:cNvCxnSpPr>
              <p:nvPr/>
            </p:nvCxnSpPr>
            <p:spPr>
              <a:xfrm rot="10340111">
                <a:off x="1917642" y="4989902"/>
                <a:ext cx="987422" cy="1083988"/>
              </a:xfrm>
              <a:prstGeom prst="straightConnector1">
                <a:avLst/>
              </a:prstGeom>
              <a:noFill/>
              <a:ln w="9525" cap="flat" cmpd="sng">
                <a:solidFill>
                  <a:schemeClr val="dk2"/>
                </a:solidFill>
                <a:prstDash val="solid"/>
                <a:round/>
                <a:headEnd type="none" w="med" len="med"/>
                <a:tailEnd type="none" w="med" len="med"/>
              </a:ln>
            </p:spPr>
          </p:cxnSp>
          <p:cxnSp>
            <p:nvCxnSpPr>
              <p:cNvPr id="685" name="Google Shape;685;p13"/>
              <p:cNvCxnSpPr>
                <a:stCxn id="671" idx="6"/>
                <a:endCxn id="677" idx="3"/>
              </p:cNvCxnSpPr>
              <p:nvPr/>
            </p:nvCxnSpPr>
            <p:spPr>
              <a:xfrm rot="10340667">
                <a:off x="3820904" y="4643394"/>
                <a:ext cx="727383" cy="146206"/>
              </a:xfrm>
              <a:prstGeom prst="straightConnector1">
                <a:avLst/>
              </a:prstGeom>
              <a:noFill/>
              <a:ln w="9525" cap="flat" cmpd="sng">
                <a:solidFill>
                  <a:schemeClr val="dk2"/>
                </a:solidFill>
                <a:prstDash val="solid"/>
                <a:round/>
                <a:headEnd type="none" w="med" len="med"/>
                <a:tailEnd type="none" w="med" len="med"/>
              </a:ln>
            </p:spPr>
          </p:cxnSp>
          <p:cxnSp>
            <p:nvCxnSpPr>
              <p:cNvPr id="686" name="Google Shape;686;p13"/>
              <p:cNvCxnSpPr>
                <a:stCxn id="671" idx="7"/>
                <a:endCxn id="674" idx="3"/>
              </p:cNvCxnSpPr>
              <p:nvPr/>
            </p:nvCxnSpPr>
            <p:spPr>
              <a:xfrm rot="-459621" flipH="1">
                <a:off x="2953399" y="4896950"/>
                <a:ext cx="1676663" cy="1022849"/>
              </a:xfrm>
              <a:prstGeom prst="straightConnector1">
                <a:avLst/>
              </a:prstGeom>
              <a:noFill/>
              <a:ln w="9525" cap="flat" cmpd="sng">
                <a:solidFill>
                  <a:schemeClr val="dk2"/>
                </a:solidFill>
                <a:prstDash val="solid"/>
                <a:round/>
                <a:headEnd type="none" w="med" len="med"/>
                <a:tailEnd type="none" w="med" len="med"/>
              </a:ln>
            </p:spPr>
          </p:cxnSp>
          <p:cxnSp>
            <p:nvCxnSpPr>
              <p:cNvPr id="687" name="Google Shape;687;p13"/>
              <p:cNvCxnSpPr>
                <a:stCxn id="677" idx="7"/>
                <a:endCxn id="673" idx="3"/>
              </p:cNvCxnSpPr>
              <p:nvPr/>
            </p:nvCxnSpPr>
            <p:spPr>
              <a:xfrm rot="-458883" flipH="1">
                <a:off x="3256947" y="4756715"/>
                <a:ext cx="489151" cy="146206"/>
              </a:xfrm>
              <a:prstGeom prst="straightConnector1">
                <a:avLst/>
              </a:prstGeom>
              <a:noFill/>
              <a:ln w="9525" cap="flat" cmpd="sng">
                <a:solidFill>
                  <a:schemeClr val="dk2"/>
                </a:solidFill>
                <a:prstDash val="solid"/>
                <a:round/>
                <a:headEnd type="none" w="med" len="med"/>
                <a:tailEnd type="none" w="med" len="med"/>
              </a:ln>
            </p:spPr>
          </p:cxnSp>
          <p:cxnSp>
            <p:nvCxnSpPr>
              <p:cNvPr id="688" name="Google Shape;688;p13"/>
              <p:cNvCxnSpPr>
                <a:stCxn id="673" idx="0"/>
                <a:endCxn id="674" idx="5"/>
              </p:cNvCxnSpPr>
              <p:nvPr/>
            </p:nvCxnSpPr>
            <p:spPr>
              <a:xfrm rot="-457956" flipH="1">
                <a:off x="2913686" y="5119069"/>
                <a:ext cx="239421" cy="872103"/>
              </a:xfrm>
              <a:prstGeom prst="straightConnector1">
                <a:avLst/>
              </a:prstGeom>
              <a:noFill/>
              <a:ln w="9525" cap="flat" cmpd="sng">
                <a:solidFill>
                  <a:schemeClr val="dk2"/>
                </a:solidFill>
                <a:prstDash val="solid"/>
                <a:round/>
                <a:headEnd type="none" w="med" len="med"/>
                <a:tailEnd type="none" w="med" len="med"/>
              </a:ln>
            </p:spPr>
          </p:cxnSp>
          <p:cxnSp>
            <p:nvCxnSpPr>
              <p:cNvPr id="689" name="Google Shape;689;p13"/>
              <p:cNvCxnSpPr>
                <a:stCxn id="678" idx="2"/>
                <a:endCxn id="672" idx="6"/>
              </p:cNvCxnSpPr>
              <p:nvPr/>
            </p:nvCxnSpPr>
            <p:spPr>
              <a:xfrm rot="-459512">
                <a:off x="880378" y="4757982"/>
                <a:ext cx="871171" cy="276969"/>
              </a:xfrm>
              <a:prstGeom prst="straightConnector1">
                <a:avLst/>
              </a:prstGeom>
              <a:noFill/>
              <a:ln w="9525" cap="flat" cmpd="sng">
                <a:solidFill>
                  <a:schemeClr val="dk2"/>
                </a:solidFill>
                <a:prstDash val="solid"/>
                <a:round/>
                <a:headEnd type="none" w="med" len="med"/>
                <a:tailEnd type="none" w="med" len="med"/>
              </a:ln>
            </p:spPr>
          </p:cxnSp>
          <p:cxnSp>
            <p:nvCxnSpPr>
              <p:cNvPr id="690" name="Google Shape;690;p13"/>
              <p:cNvCxnSpPr>
                <a:stCxn id="675" idx="6"/>
                <a:endCxn id="678" idx="1"/>
              </p:cNvCxnSpPr>
              <p:nvPr/>
            </p:nvCxnSpPr>
            <p:spPr>
              <a:xfrm rot="10340068">
                <a:off x="977936" y="4687960"/>
                <a:ext cx="2307521" cy="2369889"/>
              </a:xfrm>
              <a:prstGeom prst="straightConnector1">
                <a:avLst/>
              </a:prstGeom>
              <a:noFill/>
              <a:ln w="9525" cap="flat" cmpd="sng">
                <a:solidFill>
                  <a:schemeClr val="dk2"/>
                </a:solidFill>
                <a:prstDash val="solid"/>
                <a:round/>
                <a:headEnd type="none" w="med" len="med"/>
                <a:tailEnd type="none" w="med" len="med"/>
              </a:ln>
            </p:spPr>
          </p:cxnSp>
          <p:sp>
            <p:nvSpPr>
              <p:cNvPr id="691" name="Google Shape;691;p13"/>
              <p:cNvSpPr/>
              <p:nvPr/>
            </p:nvSpPr>
            <p:spPr>
              <a:xfrm rot="-9414352">
                <a:off x="1960639" y="4664187"/>
                <a:ext cx="86426" cy="86426"/>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692" name="Google Shape;692;p13"/>
              <p:cNvCxnSpPr>
                <a:stCxn id="678" idx="3"/>
                <a:endCxn id="691" idx="7"/>
              </p:cNvCxnSpPr>
              <p:nvPr/>
            </p:nvCxnSpPr>
            <p:spPr>
              <a:xfrm rot="-459667">
                <a:off x="868246" y="4693901"/>
                <a:ext cx="1093662" cy="102929"/>
              </a:xfrm>
              <a:prstGeom prst="straightConnector1">
                <a:avLst/>
              </a:prstGeom>
              <a:noFill/>
              <a:ln w="9525" cap="flat" cmpd="sng">
                <a:solidFill>
                  <a:schemeClr val="dk2"/>
                </a:solidFill>
                <a:prstDash val="solid"/>
                <a:round/>
                <a:headEnd type="none" w="med" len="med"/>
                <a:tailEnd type="none" w="med" len="med"/>
              </a:ln>
            </p:spPr>
          </p:cxnSp>
          <p:cxnSp>
            <p:nvCxnSpPr>
              <p:cNvPr id="693" name="Google Shape;693;p13"/>
              <p:cNvCxnSpPr>
                <a:stCxn id="691" idx="2"/>
                <a:endCxn id="673" idx="6"/>
              </p:cNvCxnSpPr>
              <p:nvPr/>
            </p:nvCxnSpPr>
            <p:spPr>
              <a:xfrm rot="-459508">
                <a:off x="2061896" y="4659992"/>
                <a:ext cx="943213" cy="337216"/>
              </a:xfrm>
              <a:prstGeom prst="straightConnector1">
                <a:avLst/>
              </a:prstGeom>
              <a:noFill/>
              <a:ln w="9525" cap="flat" cmpd="sng">
                <a:solidFill>
                  <a:schemeClr val="dk2"/>
                </a:solidFill>
                <a:prstDash val="solid"/>
                <a:round/>
                <a:headEnd type="none" w="med" len="med"/>
                <a:tailEnd type="none" w="med" len="med"/>
              </a:ln>
            </p:spPr>
          </p:cxnSp>
          <p:cxnSp>
            <p:nvCxnSpPr>
              <p:cNvPr id="694" name="Google Shape;694;p13"/>
              <p:cNvCxnSpPr>
                <a:stCxn id="691" idx="0"/>
                <a:endCxn id="672" idx="4"/>
              </p:cNvCxnSpPr>
              <p:nvPr/>
            </p:nvCxnSpPr>
            <p:spPr>
              <a:xfrm rot="-463310" flipH="1">
                <a:off x="1838574" y="4757163"/>
                <a:ext cx="160758" cy="174674"/>
              </a:xfrm>
              <a:prstGeom prst="straightConnector1">
                <a:avLst/>
              </a:prstGeom>
              <a:noFill/>
              <a:ln w="9525" cap="flat" cmpd="sng">
                <a:solidFill>
                  <a:schemeClr val="dk2"/>
                </a:solidFill>
                <a:prstDash val="solid"/>
                <a:round/>
                <a:headEnd type="none" w="med" len="med"/>
                <a:tailEnd type="none" w="med" len="med"/>
              </a:ln>
            </p:spPr>
          </p:cxnSp>
          <p:cxnSp>
            <p:nvCxnSpPr>
              <p:cNvPr id="695" name="Google Shape;695;p13"/>
              <p:cNvCxnSpPr>
                <a:stCxn id="691" idx="1"/>
                <a:endCxn id="674" idx="5"/>
              </p:cNvCxnSpPr>
              <p:nvPr/>
            </p:nvCxnSpPr>
            <p:spPr>
              <a:xfrm rot="-459275">
                <a:off x="2108012" y="4689612"/>
                <a:ext cx="777024" cy="1371563"/>
              </a:xfrm>
              <a:prstGeom prst="straightConnector1">
                <a:avLst/>
              </a:prstGeom>
              <a:noFill/>
              <a:ln w="9525" cap="flat" cmpd="sng">
                <a:solidFill>
                  <a:schemeClr val="dk2"/>
                </a:solidFill>
                <a:prstDash val="solid"/>
                <a:round/>
                <a:headEnd type="none" w="med" len="med"/>
                <a:tailEnd type="none" w="med" len="med"/>
              </a:ln>
            </p:spPr>
          </p:cxnSp>
          <p:sp>
            <p:nvSpPr>
              <p:cNvPr id="696" name="Google Shape;696;p13"/>
              <p:cNvSpPr/>
              <p:nvPr/>
            </p:nvSpPr>
            <p:spPr>
              <a:xfrm rot="-9417549">
                <a:off x="3933996" y="4880048"/>
                <a:ext cx="128773" cy="128773"/>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697" name="Google Shape;697;p13"/>
              <p:cNvCxnSpPr>
                <a:stCxn id="673" idx="2"/>
                <a:endCxn id="696" idx="7"/>
              </p:cNvCxnSpPr>
              <p:nvPr/>
            </p:nvCxnSpPr>
            <p:spPr>
              <a:xfrm rot="-460738">
                <a:off x="3266626" y="4991469"/>
                <a:ext cx="673540" cy="22105"/>
              </a:xfrm>
              <a:prstGeom prst="straightConnector1">
                <a:avLst/>
              </a:prstGeom>
              <a:noFill/>
              <a:ln w="9525" cap="flat" cmpd="sng">
                <a:solidFill>
                  <a:schemeClr val="dk2"/>
                </a:solidFill>
                <a:prstDash val="solid"/>
                <a:round/>
                <a:headEnd type="none" w="med" len="med"/>
                <a:tailEnd type="none" w="med" len="med"/>
              </a:ln>
            </p:spPr>
          </p:cxnSp>
          <p:cxnSp>
            <p:nvCxnSpPr>
              <p:cNvPr id="698" name="Google Shape;698;p13"/>
              <p:cNvCxnSpPr>
                <a:stCxn id="696" idx="3"/>
                <a:endCxn id="671" idx="7"/>
              </p:cNvCxnSpPr>
              <p:nvPr/>
            </p:nvCxnSpPr>
            <p:spPr>
              <a:xfrm rot="10340841" flipH="1">
                <a:off x="4051630" y="4823477"/>
                <a:ext cx="509135" cy="63260"/>
              </a:xfrm>
              <a:prstGeom prst="straightConnector1">
                <a:avLst/>
              </a:prstGeom>
              <a:noFill/>
              <a:ln w="9525" cap="flat" cmpd="sng">
                <a:solidFill>
                  <a:schemeClr val="dk2"/>
                </a:solidFill>
                <a:prstDash val="solid"/>
                <a:round/>
                <a:headEnd type="none" w="med" len="med"/>
                <a:tailEnd type="none" w="med" len="med"/>
              </a:ln>
            </p:spPr>
          </p:cxnSp>
          <p:cxnSp>
            <p:nvCxnSpPr>
              <p:cNvPr id="699" name="Google Shape;699;p13"/>
              <p:cNvCxnSpPr>
                <a:stCxn id="674" idx="4"/>
                <a:endCxn id="696" idx="0"/>
              </p:cNvCxnSpPr>
              <p:nvPr/>
            </p:nvCxnSpPr>
            <p:spPr>
              <a:xfrm rot="10339578" flipH="1">
                <a:off x="2943686" y="5072692"/>
                <a:ext cx="1091878" cy="861794"/>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303"/>
        <p:cNvGrpSpPr/>
        <p:nvPr/>
      </p:nvGrpSpPr>
      <p:grpSpPr>
        <a:xfrm>
          <a:off x="0" y="0"/>
          <a:ext cx="0" cy="0"/>
          <a:chOff x="0" y="0"/>
          <a:chExt cx="0" cy="0"/>
        </a:xfrm>
      </p:grpSpPr>
      <p:grpSp>
        <p:nvGrpSpPr>
          <p:cNvPr id="1304" name="Google Shape;1304;p22"/>
          <p:cNvGrpSpPr/>
          <p:nvPr/>
        </p:nvGrpSpPr>
        <p:grpSpPr>
          <a:xfrm>
            <a:off x="119476" y="1141150"/>
            <a:ext cx="7318880" cy="3862644"/>
            <a:chOff x="119476" y="1141150"/>
            <a:chExt cx="7318880" cy="3862644"/>
          </a:xfrm>
        </p:grpSpPr>
        <p:grpSp>
          <p:nvGrpSpPr>
            <p:cNvPr id="1305" name="Google Shape;1305;p22"/>
            <p:cNvGrpSpPr/>
            <p:nvPr/>
          </p:nvGrpSpPr>
          <p:grpSpPr>
            <a:xfrm rot="10800000">
              <a:off x="119476" y="1141150"/>
              <a:ext cx="298275" cy="322675"/>
              <a:chOff x="8667225" y="681525"/>
              <a:chExt cx="298275" cy="322675"/>
            </a:xfrm>
          </p:grpSpPr>
          <p:sp>
            <p:nvSpPr>
              <p:cNvPr id="1306" name="Google Shape;1306;p22"/>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07" name="Google Shape;1307;p22"/>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08" name="Google Shape;1308;p22"/>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309" name="Google Shape;1309;p22"/>
            <p:cNvGrpSpPr/>
            <p:nvPr/>
          </p:nvGrpSpPr>
          <p:grpSpPr>
            <a:xfrm rot="-5139163">
              <a:off x="6960991" y="4509560"/>
              <a:ext cx="254304" cy="683114"/>
              <a:chOff x="140150" y="4353245"/>
              <a:chExt cx="254310" cy="683130"/>
            </a:xfrm>
          </p:grpSpPr>
          <p:sp>
            <p:nvSpPr>
              <p:cNvPr id="1310" name="Google Shape;1310;p22"/>
              <p:cNvSpPr/>
              <p:nvPr/>
            </p:nvSpPr>
            <p:spPr>
              <a:xfrm rot="10800000">
                <a:off x="140150" y="494967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11" name="Google Shape;1311;p22"/>
              <p:cNvSpPr/>
              <p:nvPr/>
            </p:nvSpPr>
            <p:spPr>
              <a:xfrm rot="10800000">
                <a:off x="146360" y="4668727"/>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12" name="Google Shape;1312;p22"/>
              <p:cNvSpPr/>
              <p:nvPr/>
            </p:nvSpPr>
            <p:spPr>
              <a:xfrm rot="10800000">
                <a:off x="343160" y="4863902"/>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13" name="Google Shape;1313;p22"/>
              <p:cNvSpPr/>
              <p:nvPr/>
            </p:nvSpPr>
            <p:spPr>
              <a:xfrm rot="10800000">
                <a:off x="141945" y="4353245"/>
                <a:ext cx="51300" cy="51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grpSp>
        <p:nvGrpSpPr>
          <p:cNvPr id="1314" name="Google Shape;1314;p22"/>
          <p:cNvGrpSpPr/>
          <p:nvPr/>
        </p:nvGrpSpPr>
        <p:grpSpPr>
          <a:xfrm>
            <a:off x="-3264108" y="1062527"/>
            <a:ext cx="12699758" cy="5125916"/>
            <a:chOff x="-3264108" y="1062527"/>
            <a:chExt cx="12699758" cy="5125916"/>
          </a:xfrm>
        </p:grpSpPr>
        <p:grpSp>
          <p:nvGrpSpPr>
            <p:cNvPr id="1315" name="Google Shape;1315;p22"/>
            <p:cNvGrpSpPr/>
            <p:nvPr/>
          </p:nvGrpSpPr>
          <p:grpSpPr>
            <a:xfrm rot="10800000">
              <a:off x="7825876" y="2716263"/>
              <a:ext cx="1609774" cy="2641456"/>
              <a:chOff x="-225924" y="-192037"/>
              <a:chExt cx="1609774" cy="2641456"/>
            </a:xfrm>
          </p:grpSpPr>
          <p:cxnSp>
            <p:nvCxnSpPr>
              <p:cNvPr id="1316" name="Google Shape;1316;p22"/>
              <p:cNvCxnSpPr>
                <a:stCxn id="1317" idx="7"/>
                <a:endCxn id="1318" idx="2"/>
              </p:cNvCxnSpPr>
              <p:nvPr/>
            </p:nvCxnSpPr>
            <p:spPr>
              <a:xfrm rot="10800000" flipH="1">
                <a:off x="332904" y="155655"/>
                <a:ext cx="893400" cy="226800"/>
              </a:xfrm>
              <a:prstGeom prst="straightConnector1">
                <a:avLst/>
              </a:prstGeom>
              <a:noFill/>
              <a:ln w="9525" cap="flat" cmpd="sng">
                <a:solidFill>
                  <a:schemeClr val="dk2"/>
                </a:solidFill>
                <a:prstDash val="solid"/>
                <a:round/>
                <a:headEnd type="none" w="med" len="med"/>
                <a:tailEnd type="none" w="med" len="med"/>
              </a:ln>
            </p:spPr>
          </p:cxnSp>
          <p:sp>
            <p:nvSpPr>
              <p:cNvPr id="1318" name="Google Shape;1318;p22"/>
              <p:cNvSpPr/>
              <p:nvPr/>
            </p:nvSpPr>
            <p:spPr>
              <a:xfrm>
                <a:off x="1226350" y="767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19" name="Google Shape;1319;p22"/>
              <p:cNvSpPr/>
              <p:nvPr/>
            </p:nvSpPr>
            <p:spPr>
              <a:xfrm>
                <a:off x="-225924" y="-192037"/>
                <a:ext cx="99900" cy="99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20" name="Google Shape;1320;p22"/>
              <p:cNvSpPr/>
              <p:nvPr/>
            </p:nvSpPr>
            <p:spPr>
              <a:xfrm>
                <a:off x="177600" y="229191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21" name="Google Shape;1321;p22"/>
              <p:cNvSpPr/>
              <p:nvPr/>
            </p:nvSpPr>
            <p:spPr>
              <a:xfrm>
                <a:off x="734301" y="222187"/>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22" name="Google Shape;1322;p22"/>
              <p:cNvSpPr/>
              <p:nvPr/>
            </p:nvSpPr>
            <p:spPr>
              <a:xfrm>
                <a:off x="49626" y="886737"/>
                <a:ext cx="86700" cy="86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23" name="Google Shape;1323;p22"/>
              <p:cNvSpPr/>
              <p:nvPr/>
            </p:nvSpPr>
            <p:spPr>
              <a:xfrm>
                <a:off x="292075" y="1058069"/>
                <a:ext cx="147900" cy="147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324" name="Google Shape;1324;p22"/>
              <p:cNvCxnSpPr>
                <a:stCxn id="1323" idx="4"/>
                <a:endCxn id="1320" idx="0"/>
              </p:cNvCxnSpPr>
              <p:nvPr/>
            </p:nvCxnSpPr>
            <p:spPr>
              <a:xfrm flipH="1">
                <a:off x="256225" y="1205969"/>
                <a:ext cx="109800" cy="1086000"/>
              </a:xfrm>
              <a:prstGeom prst="straightConnector1">
                <a:avLst/>
              </a:prstGeom>
              <a:noFill/>
              <a:ln w="9525" cap="flat" cmpd="sng">
                <a:solidFill>
                  <a:schemeClr val="dk2"/>
                </a:solidFill>
                <a:prstDash val="solid"/>
                <a:round/>
                <a:headEnd type="none" w="med" len="med"/>
                <a:tailEnd type="none" w="med" len="med"/>
              </a:ln>
            </p:spPr>
          </p:cxnSp>
          <p:cxnSp>
            <p:nvCxnSpPr>
              <p:cNvPr id="1325" name="Google Shape;1325;p22"/>
              <p:cNvCxnSpPr>
                <a:stCxn id="1322" idx="4"/>
                <a:endCxn id="1320" idx="0"/>
              </p:cNvCxnSpPr>
              <p:nvPr/>
            </p:nvCxnSpPr>
            <p:spPr>
              <a:xfrm>
                <a:off x="92976" y="973437"/>
                <a:ext cx="163500" cy="1318500"/>
              </a:xfrm>
              <a:prstGeom prst="straightConnector1">
                <a:avLst/>
              </a:prstGeom>
              <a:noFill/>
              <a:ln w="9525" cap="flat" cmpd="sng">
                <a:solidFill>
                  <a:schemeClr val="dk2"/>
                </a:solidFill>
                <a:prstDash val="solid"/>
                <a:round/>
                <a:headEnd type="none" w="med" len="med"/>
                <a:tailEnd type="none" w="med" len="med"/>
              </a:ln>
            </p:spPr>
          </p:cxnSp>
          <p:cxnSp>
            <p:nvCxnSpPr>
              <p:cNvPr id="1326" name="Google Shape;1326;p22"/>
              <p:cNvCxnSpPr>
                <a:stCxn id="1322" idx="5"/>
                <a:endCxn id="1323" idx="1"/>
              </p:cNvCxnSpPr>
              <p:nvPr/>
            </p:nvCxnSpPr>
            <p:spPr>
              <a:xfrm>
                <a:off x="123629" y="960741"/>
                <a:ext cx="190200" cy="119100"/>
              </a:xfrm>
              <a:prstGeom prst="straightConnector1">
                <a:avLst/>
              </a:prstGeom>
              <a:noFill/>
              <a:ln w="9525" cap="flat" cmpd="sng">
                <a:solidFill>
                  <a:schemeClr val="dk2"/>
                </a:solidFill>
                <a:prstDash val="solid"/>
                <a:round/>
                <a:headEnd type="none" w="med" len="med"/>
                <a:tailEnd type="none" w="med" len="med"/>
              </a:ln>
            </p:spPr>
          </p:cxnSp>
          <p:cxnSp>
            <p:nvCxnSpPr>
              <p:cNvPr id="1327" name="Google Shape;1327;p22"/>
              <p:cNvCxnSpPr>
                <a:stCxn id="1322" idx="0"/>
                <a:endCxn id="1319" idx="4"/>
              </p:cNvCxnSpPr>
              <p:nvPr/>
            </p:nvCxnSpPr>
            <p:spPr>
              <a:xfrm rot="10800000">
                <a:off x="-176124" y="-92163"/>
                <a:ext cx="269100" cy="978900"/>
              </a:xfrm>
              <a:prstGeom prst="straightConnector1">
                <a:avLst/>
              </a:prstGeom>
              <a:noFill/>
              <a:ln w="9525" cap="flat" cmpd="sng">
                <a:solidFill>
                  <a:schemeClr val="dk2"/>
                </a:solidFill>
                <a:prstDash val="solid"/>
                <a:round/>
                <a:headEnd type="none" w="med" len="med"/>
                <a:tailEnd type="none" w="med" len="med"/>
              </a:ln>
            </p:spPr>
          </p:cxnSp>
          <p:cxnSp>
            <p:nvCxnSpPr>
              <p:cNvPr id="1328" name="Google Shape;1328;p22"/>
              <p:cNvCxnSpPr>
                <a:stCxn id="1322" idx="7"/>
                <a:endCxn id="1317" idx="3"/>
              </p:cNvCxnSpPr>
              <p:nvPr/>
            </p:nvCxnSpPr>
            <p:spPr>
              <a:xfrm rot="10800000" flipH="1">
                <a:off x="123629" y="443734"/>
                <a:ext cx="147900" cy="455700"/>
              </a:xfrm>
              <a:prstGeom prst="straightConnector1">
                <a:avLst/>
              </a:prstGeom>
              <a:noFill/>
              <a:ln w="9525" cap="flat" cmpd="sng">
                <a:solidFill>
                  <a:schemeClr val="dk2"/>
                </a:solidFill>
                <a:prstDash val="solid"/>
                <a:round/>
                <a:headEnd type="none" w="med" len="med"/>
                <a:tailEnd type="none" w="med" len="med"/>
              </a:ln>
            </p:spPr>
          </p:cxnSp>
          <p:cxnSp>
            <p:nvCxnSpPr>
              <p:cNvPr id="1329" name="Google Shape;1329;p22"/>
              <p:cNvCxnSpPr>
                <a:stCxn id="1319" idx="5"/>
                <a:endCxn id="1317" idx="1"/>
              </p:cNvCxnSpPr>
              <p:nvPr/>
            </p:nvCxnSpPr>
            <p:spPr>
              <a:xfrm>
                <a:off x="-140654" y="-106767"/>
                <a:ext cx="412200" cy="489300"/>
              </a:xfrm>
              <a:prstGeom prst="straightConnector1">
                <a:avLst/>
              </a:prstGeom>
              <a:noFill/>
              <a:ln w="9525" cap="flat" cmpd="sng">
                <a:solidFill>
                  <a:schemeClr val="dk2"/>
                </a:solidFill>
                <a:prstDash val="solid"/>
                <a:round/>
                <a:headEnd type="none" w="med" len="med"/>
                <a:tailEnd type="none" w="med" len="med"/>
              </a:ln>
            </p:spPr>
          </p:cxnSp>
          <p:cxnSp>
            <p:nvCxnSpPr>
              <p:cNvPr id="1330" name="Google Shape;1330;p22"/>
              <p:cNvCxnSpPr>
                <a:stCxn id="1319" idx="6"/>
                <a:endCxn id="1318" idx="2"/>
              </p:cNvCxnSpPr>
              <p:nvPr/>
            </p:nvCxnSpPr>
            <p:spPr>
              <a:xfrm>
                <a:off x="-126024" y="-142087"/>
                <a:ext cx="1352400" cy="297600"/>
              </a:xfrm>
              <a:prstGeom prst="straightConnector1">
                <a:avLst/>
              </a:prstGeom>
              <a:noFill/>
              <a:ln w="9525" cap="flat" cmpd="sng">
                <a:solidFill>
                  <a:schemeClr val="dk2"/>
                </a:solidFill>
                <a:prstDash val="solid"/>
                <a:round/>
                <a:headEnd type="none" w="med" len="med"/>
                <a:tailEnd type="none" w="med" len="med"/>
              </a:ln>
            </p:spPr>
          </p:cxnSp>
          <p:cxnSp>
            <p:nvCxnSpPr>
              <p:cNvPr id="1331" name="Google Shape;1331;p22"/>
              <p:cNvCxnSpPr>
                <a:stCxn id="1321" idx="2"/>
                <a:endCxn id="1319" idx="5"/>
              </p:cNvCxnSpPr>
              <p:nvPr/>
            </p:nvCxnSpPr>
            <p:spPr>
              <a:xfrm rot="10800000">
                <a:off x="-140799" y="-106763"/>
                <a:ext cx="875100" cy="372300"/>
              </a:xfrm>
              <a:prstGeom prst="straightConnector1">
                <a:avLst/>
              </a:prstGeom>
              <a:noFill/>
              <a:ln w="9525" cap="flat" cmpd="sng">
                <a:solidFill>
                  <a:schemeClr val="dk2"/>
                </a:solidFill>
                <a:prstDash val="solid"/>
                <a:round/>
                <a:headEnd type="none" w="med" len="med"/>
                <a:tailEnd type="none" w="med" len="med"/>
              </a:ln>
            </p:spPr>
          </p:cxnSp>
          <p:cxnSp>
            <p:nvCxnSpPr>
              <p:cNvPr id="1332" name="Google Shape;1332;p22"/>
              <p:cNvCxnSpPr>
                <a:stCxn id="1323" idx="0"/>
                <a:endCxn id="1317" idx="4"/>
              </p:cNvCxnSpPr>
              <p:nvPr/>
            </p:nvCxnSpPr>
            <p:spPr>
              <a:xfrm rot="10800000">
                <a:off x="302125" y="456569"/>
                <a:ext cx="63900" cy="601500"/>
              </a:xfrm>
              <a:prstGeom prst="straightConnector1">
                <a:avLst/>
              </a:prstGeom>
              <a:noFill/>
              <a:ln w="9525" cap="flat" cmpd="sng">
                <a:solidFill>
                  <a:schemeClr val="dk2"/>
                </a:solidFill>
                <a:prstDash val="solid"/>
                <a:round/>
                <a:headEnd type="none" w="med" len="med"/>
                <a:tailEnd type="none" w="med" len="med"/>
              </a:ln>
            </p:spPr>
          </p:cxnSp>
          <p:cxnSp>
            <p:nvCxnSpPr>
              <p:cNvPr id="1333" name="Google Shape;1333;p22"/>
              <p:cNvCxnSpPr>
                <a:stCxn id="1323" idx="0"/>
                <a:endCxn id="1321" idx="3"/>
              </p:cNvCxnSpPr>
              <p:nvPr/>
            </p:nvCxnSpPr>
            <p:spPr>
              <a:xfrm rot="10800000" flipH="1">
                <a:off x="366025" y="296069"/>
                <a:ext cx="381000" cy="762000"/>
              </a:xfrm>
              <a:prstGeom prst="straightConnector1">
                <a:avLst/>
              </a:prstGeom>
              <a:noFill/>
              <a:ln w="9525" cap="flat" cmpd="sng">
                <a:solidFill>
                  <a:schemeClr val="dk2"/>
                </a:solidFill>
                <a:prstDash val="solid"/>
                <a:round/>
                <a:headEnd type="none" w="med" len="med"/>
                <a:tailEnd type="none" w="med" len="med"/>
              </a:ln>
            </p:spPr>
          </p:cxnSp>
          <p:sp>
            <p:nvSpPr>
              <p:cNvPr id="1317" name="Google Shape;1317;p22"/>
              <p:cNvSpPr/>
              <p:nvPr/>
            </p:nvSpPr>
            <p:spPr>
              <a:xfrm>
                <a:off x="258901" y="369758"/>
                <a:ext cx="86700" cy="867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334" name="Google Shape;1334;p22"/>
            <p:cNvGrpSpPr/>
            <p:nvPr/>
          </p:nvGrpSpPr>
          <p:grpSpPr>
            <a:xfrm rot="2030497">
              <a:off x="-2581586" y="1819329"/>
              <a:ext cx="3816850" cy="3612312"/>
              <a:chOff x="-100549" y="47919"/>
              <a:chExt cx="4607849" cy="4360923"/>
            </a:xfrm>
          </p:grpSpPr>
          <p:sp>
            <p:nvSpPr>
              <p:cNvPr id="1335" name="Google Shape;1335;p22"/>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36" name="Google Shape;1336;p22"/>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37" name="Google Shape;1337;p22"/>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38" name="Google Shape;1338;p22"/>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39" name="Google Shape;1339;p22"/>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40" name="Google Shape;1340;p22"/>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41" name="Google Shape;1341;p22"/>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42" name="Google Shape;1342;p22"/>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343" name="Google Shape;1343;p22"/>
              <p:cNvCxnSpPr>
                <a:stCxn id="1339" idx="5"/>
                <a:endCxn id="1338" idx="1"/>
              </p:cNvCxnSpPr>
              <p:nvPr/>
            </p:nvCxnSpPr>
            <p:spPr>
              <a:xfrm rot="8769356">
                <a:off x="2782616" y="2360623"/>
                <a:ext cx="526274" cy="1572747"/>
              </a:xfrm>
              <a:prstGeom prst="straightConnector1">
                <a:avLst/>
              </a:prstGeom>
              <a:noFill/>
              <a:ln w="9525" cap="flat" cmpd="sng">
                <a:solidFill>
                  <a:schemeClr val="dk2"/>
                </a:solidFill>
                <a:prstDash val="solid"/>
                <a:round/>
                <a:headEnd type="none" w="med" len="med"/>
                <a:tailEnd type="none" w="med" len="med"/>
              </a:ln>
            </p:spPr>
          </p:cxnSp>
          <p:cxnSp>
            <p:nvCxnSpPr>
              <p:cNvPr id="1344" name="Google Shape;1344;p22"/>
              <p:cNvCxnSpPr>
                <a:stCxn id="1340" idx="4"/>
                <a:endCxn id="1338" idx="0"/>
              </p:cNvCxnSpPr>
              <p:nvPr/>
            </p:nvCxnSpPr>
            <p:spPr>
              <a:xfrm rot="8769075" flipH="1">
                <a:off x="1988166" y="2768320"/>
                <a:ext cx="691020" cy="1030498"/>
              </a:xfrm>
              <a:prstGeom prst="straightConnector1">
                <a:avLst/>
              </a:prstGeom>
              <a:noFill/>
              <a:ln w="9525" cap="flat" cmpd="sng">
                <a:solidFill>
                  <a:schemeClr val="dk2"/>
                </a:solidFill>
                <a:prstDash val="solid"/>
                <a:round/>
                <a:headEnd type="none" w="med" len="med"/>
                <a:tailEnd type="none" w="med" len="med"/>
              </a:ln>
            </p:spPr>
          </p:cxnSp>
          <p:cxnSp>
            <p:nvCxnSpPr>
              <p:cNvPr id="1345" name="Google Shape;1345;p22"/>
              <p:cNvCxnSpPr>
                <a:stCxn id="1335" idx="6"/>
                <a:endCxn id="1338" idx="2"/>
              </p:cNvCxnSpPr>
              <p:nvPr/>
            </p:nvCxnSpPr>
            <p:spPr>
              <a:xfrm rot="8769491">
                <a:off x="2553455" y="2121214"/>
                <a:ext cx="1382290" cy="926908"/>
              </a:xfrm>
              <a:prstGeom prst="straightConnector1">
                <a:avLst/>
              </a:prstGeom>
              <a:noFill/>
              <a:ln w="9525" cap="flat" cmpd="sng">
                <a:solidFill>
                  <a:schemeClr val="dk2"/>
                </a:solidFill>
                <a:prstDash val="solid"/>
                <a:round/>
                <a:headEnd type="none" w="med" len="med"/>
                <a:tailEnd type="none" w="med" len="med"/>
              </a:ln>
            </p:spPr>
          </p:cxnSp>
          <p:cxnSp>
            <p:nvCxnSpPr>
              <p:cNvPr id="1346" name="Google Shape;1346;p22"/>
              <p:cNvCxnSpPr>
                <a:stCxn id="1335" idx="0"/>
                <a:endCxn id="1339" idx="3"/>
              </p:cNvCxnSpPr>
              <p:nvPr/>
            </p:nvCxnSpPr>
            <p:spPr>
              <a:xfrm rot="-2030280" flipH="1">
                <a:off x="3554311" y="2896576"/>
                <a:ext cx="870078" cy="562385"/>
              </a:xfrm>
              <a:prstGeom prst="straightConnector1">
                <a:avLst/>
              </a:prstGeom>
              <a:noFill/>
              <a:ln w="9525" cap="flat" cmpd="sng">
                <a:solidFill>
                  <a:schemeClr val="dk2"/>
                </a:solidFill>
                <a:prstDash val="solid"/>
                <a:round/>
                <a:headEnd type="none" w="med" len="med"/>
                <a:tailEnd type="none" w="med" len="med"/>
              </a:ln>
            </p:spPr>
          </p:cxnSp>
          <p:cxnSp>
            <p:nvCxnSpPr>
              <p:cNvPr id="1347" name="Google Shape;1347;p22"/>
              <p:cNvCxnSpPr>
                <a:stCxn id="1339" idx="7"/>
                <a:endCxn id="1340" idx="2"/>
              </p:cNvCxnSpPr>
              <p:nvPr/>
            </p:nvCxnSpPr>
            <p:spPr>
              <a:xfrm rot="8769605">
                <a:off x="2452857" y="3602445"/>
                <a:ext cx="1208890" cy="513294"/>
              </a:xfrm>
              <a:prstGeom prst="straightConnector1">
                <a:avLst/>
              </a:prstGeom>
              <a:noFill/>
              <a:ln w="9525" cap="flat" cmpd="sng">
                <a:solidFill>
                  <a:schemeClr val="dk2"/>
                </a:solidFill>
                <a:prstDash val="solid"/>
                <a:round/>
                <a:headEnd type="none" w="med" len="med"/>
                <a:tailEnd type="none" w="med" len="med"/>
              </a:ln>
            </p:spPr>
          </p:cxnSp>
          <p:cxnSp>
            <p:nvCxnSpPr>
              <p:cNvPr id="1348" name="Google Shape;1348;p22"/>
              <p:cNvCxnSpPr>
                <a:stCxn id="1340" idx="6"/>
                <a:endCxn id="1336" idx="1"/>
              </p:cNvCxnSpPr>
              <p:nvPr/>
            </p:nvCxnSpPr>
            <p:spPr>
              <a:xfrm rot="8768875">
                <a:off x="1472857" y="3539834"/>
                <a:ext cx="647338" cy="680869"/>
              </a:xfrm>
              <a:prstGeom prst="straightConnector1">
                <a:avLst/>
              </a:prstGeom>
              <a:noFill/>
              <a:ln w="9525" cap="flat" cmpd="sng">
                <a:solidFill>
                  <a:schemeClr val="dk2"/>
                </a:solidFill>
                <a:prstDash val="solid"/>
                <a:round/>
                <a:headEnd type="none" w="med" len="med"/>
                <a:tailEnd type="none" w="med" len="med"/>
              </a:ln>
            </p:spPr>
          </p:cxnSp>
          <p:cxnSp>
            <p:nvCxnSpPr>
              <p:cNvPr id="1349" name="Google Shape;1349;p22"/>
              <p:cNvCxnSpPr>
                <a:stCxn id="1338" idx="7"/>
                <a:endCxn id="1336" idx="3"/>
              </p:cNvCxnSpPr>
              <p:nvPr/>
            </p:nvCxnSpPr>
            <p:spPr>
              <a:xfrm rot="-2030278" flipH="1">
                <a:off x="1147266" y="2984238"/>
                <a:ext cx="1321550" cy="283231"/>
              </a:xfrm>
              <a:prstGeom prst="straightConnector1">
                <a:avLst/>
              </a:prstGeom>
              <a:noFill/>
              <a:ln w="9525" cap="flat" cmpd="sng">
                <a:solidFill>
                  <a:schemeClr val="dk2"/>
                </a:solidFill>
                <a:prstDash val="solid"/>
                <a:round/>
                <a:headEnd type="none" w="med" len="med"/>
                <a:tailEnd type="none" w="med" len="med"/>
              </a:ln>
            </p:spPr>
          </p:cxnSp>
          <p:cxnSp>
            <p:nvCxnSpPr>
              <p:cNvPr id="1350" name="Google Shape;1350;p22"/>
              <p:cNvCxnSpPr>
                <a:stCxn id="1335" idx="5"/>
                <a:endCxn id="1341" idx="1"/>
              </p:cNvCxnSpPr>
              <p:nvPr/>
            </p:nvCxnSpPr>
            <p:spPr>
              <a:xfrm rot="8769493">
                <a:off x="3591334" y="1412692"/>
                <a:ext cx="188543" cy="1247164"/>
              </a:xfrm>
              <a:prstGeom prst="straightConnector1">
                <a:avLst/>
              </a:prstGeom>
              <a:noFill/>
              <a:ln w="9525" cap="flat" cmpd="sng">
                <a:solidFill>
                  <a:schemeClr val="dk2"/>
                </a:solidFill>
                <a:prstDash val="solid"/>
                <a:round/>
                <a:headEnd type="none" w="med" len="med"/>
                <a:tailEnd type="none" w="med" len="med"/>
              </a:ln>
            </p:spPr>
          </p:cxnSp>
          <p:cxnSp>
            <p:nvCxnSpPr>
              <p:cNvPr id="1351" name="Google Shape;1351;p22"/>
              <p:cNvCxnSpPr>
                <a:stCxn id="1341" idx="7"/>
                <a:endCxn id="1338" idx="3"/>
              </p:cNvCxnSpPr>
              <p:nvPr/>
            </p:nvCxnSpPr>
            <p:spPr>
              <a:xfrm rot="-2030495" flipH="1">
                <a:off x="2186803" y="1863549"/>
                <a:ext cx="1164126" cy="372760"/>
              </a:xfrm>
              <a:prstGeom prst="straightConnector1">
                <a:avLst/>
              </a:prstGeom>
              <a:noFill/>
              <a:ln w="9525" cap="flat" cmpd="sng">
                <a:solidFill>
                  <a:schemeClr val="dk2"/>
                </a:solidFill>
                <a:prstDash val="solid"/>
                <a:round/>
                <a:headEnd type="none" w="med" len="med"/>
                <a:tailEnd type="none" w="med" len="med"/>
              </a:ln>
            </p:spPr>
          </p:cxnSp>
          <p:cxnSp>
            <p:nvCxnSpPr>
              <p:cNvPr id="1352" name="Google Shape;1352;p22"/>
              <p:cNvCxnSpPr>
                <a:stCxn id="1341" idx="5"/>
                <a:endCxn id="1337" idx="2"/>
              </p:cNvCxnSpPr>
              <p:nvPr/>
            </p:nvCxnSpPr>
            <p:spPr>
              <a:xfrm rot="8769821">
                <a:off x="2356510" y="999099"/>
                <a:ext cx="651914" cy="701421"/>
              </a:xfrm>
              <a:prstGeom prst="straightConnector1">
                <a:avLst/>
              </a:prstGeom>
              <a:noFill/>
              <a:ln w="9525" cap="flat" cmpd="sng">
                <a:solidFill>
                  <a:schemeClr val="dk2"/>
                </a:solidFill>
                <a:prstDash val="solid"/>
                <a:round/>
                <a:headEnd type="none" w="med" len="med"/>
                <a:tailEnd type="none" w="med" len="med"/>
              </a:ln>
            </p:spPr>
          </p:cxnSp>
          <p:cxnSp>
            <p:nvCxnSpPr>
              <p:cNvPr id="1353" name="Google Shape;1353;p22"/>
              <p:cNvCxnSpPr>
                <a:stCxn id="1337" idx="0"/>
                <a:endCxn id="1338" idx="5"/>
              </p:cNvCxnSpPr>
              <p:nvPr/>
            </p:nvCxnSpPr>
            <p:spPr>
              <a:xfrm rot="-2029195" flipH="1">
                <a:off x="1960847" y="1486358"/>
                <a:ext cx="330408" cy="1038486"/>
              </a:xfrm>
              <a:prstGeom prst="straightConnector1">
                <a:avLst/>
              </a:prstGeom>
              <a:noFill/>
              <a:ln w="9525" cap="flat" cmpd="sng">
                <a:solidFill>
                  <a:schemeClr val="dk2"/>
                </a:solidFill>
                <a:prstDash val="solid"/>
                <a:round/>
                <a:headEnd type="none" w="med" len="med"/>
                <a:tailEnd type="none" w="med" len="med"/>
              </a:ln>
            </p:spPr>
          </p:cxnSp>
          <p:cxnSp>
            <p:nvCxnSpPr>
              <p:cNvPr id="1354" name="Google Shape;1354;p22"/>
              <p:cNvCxnSpPr>
                <a:stCxn id="1337" idx="7"/>
                <a:endCxn id="1342" idx="3"/>
              </p:cNvCxnSpPr>
              <p:nvPr/>
            </p:nvCxnSpPr>
            <p:spPr>
              <a:xfrm rot="-2030477" flipH="1">
                <a:off x="386634" y="1842270"/>
                <a:ext cx="1576242" cy="95353"/>
              </a:xfrm>
              <a:prstGeom prst="straightConnector1">
                <a:avLst/>
              </a:prstGeom>
              <a:noFill/>
              <a:ln w="9525" cap="flat" cmpd="sng">
                <a:solidFill>
                  <a:schemeClr val="dk2"/>
                </a:solidFill>
                <a:prstDash val="solid"/>
                <a:round/>
                <a:headEnd type="none" w="med" len="med"/>
                <a:tailEnd type="none" w="med" len="med"/>
              </a:ln>
            </p:spPr>
          </p:cxnSp>
          <p:cxnSp>
            <p:nvCxnSpPr>
              <p:cNvPr id="1355" name="Google Shape;1355;p22"/>
              <p:cNvCxnSpPr>
                <a:stCxn id="1338" idx="6"/>
                <a:endCxn id="1342" idx="2"/>
              </p:cNvCxnSpPr>
              <p:nvPr/>
            </p:nvCxnSpPr>
            <p:spPr>
              <a:xfrm rot="8769842">
                <a:off x="755690" y="1953080"/>
                <a:ext cx="1307072" cy="1087577"/>
              </a:xfrm>
              <a:prstGeom prst="straightConnector1">
                <a:avLst/>
              </a:prstGeom>
              <a:noFill/>
              <a:ln w="9525" cap="flat" cmpd="sng">
                <a:solidFill>
                  <a:schemeClr val="dk2"/>
                </a:solidFill>
                <a:prstDash val="solid"/>
                <a:round/>
                <a:headEnd type="none" w="med" len="med"/>
                <a:tailEnd type="none" w="med" len="med"/>
              </a:ln>
            </p:spPr>
          </p:cxnSp>
          <p:cxnSp>
            <p:nvCxnSpPr>
              <p:cNvPr id="1356" name="Google Shape;1356;p22"/>
              <p:cNvCxnSpPr>
                <a:stCxn id="1342" idx="0"/>
                <a:endCxn id="1336" idx="5"/>
              </p:cNvCxnSpPr>
              <p:nvPr/>
            </p:nvCxnSpPr>
            <p:spPr>
              <a:xfrm rot="-2024821" flipH="1">
                <a:off x="797015" y="2378694"/>
                <a:ext cx="83704" cy="1321550"/>
              </a:xfrm>
              <a:prstGeom prst="straightConnector1">
                <a:avLst/>
              </a:prstGeom>
              <a:noFill/>
              <a:ln w="9525" cap="flat" cmpd="sng">
                <a:solidFill>
                  <a:schemeClr val="dk2"/>
                </a:solidFill>
                <a:prstDash val="solid"/>
                <a:round/>
                <a:headEnd type="none" w="med" len="med"/>
                <a:tailEnd type="none" w="med" len="med"/>
              </a:ln>
            </p:spPr>
          </p:cxnSp>
          <p:cxnSp>
            <p:nvCxnSpPr>
              <p:cNvPr id="1357" name="Google Shape;1357;p22"/>
              <p:cNvCxnSpPr>
                <a:stCxn id="1339" idx="4"/>
                <a:endCxn id="1337" idx="1"/>
              </p:cNvCxnSpPr>
              <p:nvPr/>
            </p:nvCxnSpPr>
            <p:spPr>
              <a:xfrm rot="8775347">
                <a:off x="2900285" y="1155017"/>
                <a:ext cx="88031" cy="2737955"/>
              </a:xfrm>
              <a:prstGeom prst="straightConnector1">
                <a:avLst/>
              </a:prstGeom>
              <a:noFill/>
              <a:ln w="9525" cap="flat" cmpd="sng">
                <a:solidFill>
                  <a:schemeClr val="dk2"/>
                </a:solidFill>
                <a:prstDash val="solid"/>
                <a:round/>
                <a:headEnd type="none" w="med" len="med"/>
                <a:tailEnd type="none" w="med" len="med"/>
              </a:ln>
            </p:spPr>
          </p:cxnSp>
          <p:cxnSp>
            <p:nvCxnSpPr>
              <p:cNvPr id="1358" name="Google Shape;1358;p22"/>
              <p:cNvCxnSpPr>
                <a:stCxn id="1336" idx="4"/>
                <a:endCxn id="1337" idx="7"/>
              </p:cNvCxnSpPr>
              <p:nvPr/>
            </p:nvCxnSpPr>
            <p:spPr>
              <a:xfrm rot="8769813" flipH="1">
                <a:off x="698488" y="1747510"/>
                <a:ext cx="1661027" cy="1493868"/>
              </a:xfrm>
              <a:prstGeom prst="straightConnector1">
                <a:avLst/>
              </a:prstGeom>
              <a:noFill/>
              <a:ln w="9525" cap="flat" cmpd="sng">
                <a:solidFill>
                  <a:schemeClr val="dk2"/>
                </a:solidFill>
                <a:prstDash val="solid"/>
                <a:round/>
                <a:headEnd type="none" w="med" len="med"/>
                <a:tailEnd type="none" w="med" len="med"/>
              </a:ln>
            </p:spPr>
          </p:cxnSp>
          <p:cxnSp>
            <p:nvCxnSpPr>
              <p:cNvPr id="1359" name="Google Shape;1359;p22"/>
              <p:cNvCxnSpPr>
                <a:stCxn id="1335" idx="5"/>
                <a:endCxn id="1337" idx="1"/>
              </p:cNvCxnSpPr>
              <p:nvPr/>
            </p:nvCxnSpPr>
            <p:spPr>
              <a:xfrm rot="8769113">
                <a:off x="2615603" y="956497"/>
                <a:ext cx="1025506" cy="2000256"/>
              </a:xfrm>
              <a:prstGeom prst="straightConnector1">
                <a:avLst/>
              </a:prstGeom>
              <a:noFill/>
              <a:ln w="9525" cap="flat" cmpd="sng">
                <a:solidFill>
                  <a:schemeClr val="dk2"/>
                </a:solidFill>
                <a:prstDash val="solid"/>
                <a:round/>
                <a:headEnd type="none" w="med" len="med"/>
                <a:tailEnd type="none" w="med" len="med"/>
              </a:ln>
            </p:spPr>
          </p:cxnSp>
          <p:sp>
            <p:nvSpPr>
              <p:cNvPr id="1360" name="Google Shape;1360;p22"/>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361" name="Google Shape;1361;p22"/>
              <p:cNvCxnSpPr>
                <a:stCxn id="1342" idx="4"/>
                <a:endCxn id="1360" idx="7"/>
              </p:cNvCxnSpPr>
              <p:nvPr/>
            </p:nvCxnSpPr>
            <p:spPr>
              <a:xfrm rot="8769580" flipH="1">
                <a:off x="114237" y="1064376"/>
                <a:ext cx="1173861" cy="1048886"/>
              </a:xfrm>
              <a:prstGeom prst="straightConnector1">
                <a:avLst/>
              </a:prstGeom>
              <a:noFill/>
              <a:ln w="9525" cap="flat" cmpd="sng">
                <a:solidFill>
                  <a:schemeClr val="dk2"/>
                </a:solidFill>
                <a:prstDash val="solid"/>
                <a:round/>
                <a:headEnd type="none" w="med" len="med"/>
                <a:tailEnd type="none" w="med" len="med"/>
              </a:ln>
            </p:spPr>
          </p:cxnSp>
          <p:cxnSp>
            <p:nvCxnSpPr>
              <p:cNvPr id="1362" name="Google Shape;1362;p22"/>
              <p:cNvCxnSpPr>
                <a:stCxn id="1360" idx="2"/>
                <a:endCxn id="1337" idx="5"/>
              </p:cNvCxnSpPr>
              <p:nvPr/>
            </p:nvCxnSpPr>
            <p:spPr>
              <a:xfrm rot="-2029235">
                <a:off x="1179725" y="581031"/>
                <a:ext cx="474852" cy="677375"/>
              </a:xfrm>
              <a:prstGeom prst="straightConnector1">
                <a:avLst/>
              </a:prstGeom>
              <a:noFill/>
              <a:ln w="9525" cap="flat" cmpd="sng">
                <a:solidFill>
                  <a:schemeClr val="dk2"/>
                </a:solidFill>
                <a:prstDash val="solid"/>
                <a:round/>
                <a:headEnd type="none" w="med" len="med"/>
                <a:tailEnd type="none" w="med" len="med"/>
              </a:ln>
            </p:spPr>
          </p:cxnSp>
          <p:cxnSp>
            <p:nvCxnSpPr>
              <p:cNvPr id="1363" name="Google Shape;1363;p22"/>
              <p:cNvCxnSpPr>
                <a:stCxn id="1360" idx="0"/>
                <a:endCxn id="1336" idx="4"/>
              </p:cNvCxnSpPr>
              <p:nvPr/>
            </p:nvCxnSpPr>
            <p:spPr>
              <a:xfrm rot="-2030204" flipH="1">
                <a:off x="469943" y="996108"/>
                <a:ext cx="1267716" cy="2434421"/>
              </a:xfrm>
              <a:prstGeom prst="straightConnector1">
                <a:avLst/>
              </a:prstGeom>
              <a:noFill/>
              <a:ln w="9525" cap="flat" cmpd="sng">
                <a:solidFill>
                  <a:schemeClr val="dk2"/>
                </a:solidFill>
                <a:prstDash val="solid"/>
                <a:round/>
                <a:headEnd type="none" w="med" len="med"/>
                <a:tailEnd type="none" w="med" len="med"/>
              </a:ln>
            </p:spPr>
          </p:cxnSp>
          <p:cxnSp>
            <p:nvCxnSpPr>
              <p:cNvPr id="1364" name="Google Shape;1364;p22"/>
              <p:cNvCxnSpPr>
                <a:stCxn id="1360" idx="1"/>
                <a:endCxn id="1338" idx="5"/>
              </p:cNvCxnSpPr>
              <p:nvPr/>
            </p:nvCxnSpPr>
            <p:spPr>
              <a:xfrm rot="-2032139">
                <a:off x="1589793" y="616894"/>
                <a:ext cx="106586" cy="2121320"/>
              </a:xfrm>
              <a:prstGeom prst="straightConnector1">
                <a:avLst/>
              </a:prstGeom>
              <a:noFill/>
              <a:ln w="9525" cap="flat" cmpd="sng">
                <a:solidFill>
                  <a:schemeClr val="dk2"/>
                </a:solidFill>
                <a:prstDash val="solid"/>
                <a:round/>
                <a:headEnd type="none" w="med" len="med"/>
                <a:tailEnd type="none" w="med" len="med"/>
              </a:ln>
            </p:spPr>
          </p:cxnSp>
          <p:sp>
            <p:nvSpPr>
              <p:cNvPr id="1365" name="Google Shape;1365;p22"/>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366" name="Google Shape;1366;p22"/>
              <p:cNvCxnSpPr>
                <a:stCxn id="1360" idx="2"/>
                <a:endCxn id="1365" idx="6"/>
              </p:cNvCxnSpPr>
              <p:nvPr/>
            </p:nvCxnSpPr>
            <p:spPr>
              <a:xfrm rot="-2030441">
                <a:off x="1040224" y="373064"/>
                <a:ext cx="1297753" cy="427010"/>
              </a:xfrm>
              <a:prstGeom prst="straightConnector1">
                <a:avLst/>
              </a:prstGeom>
              <a:noFill/>
              <a:ln w="9525" cap="flat" cmpd="sng">
                <a:solidFill>
                  <a:schemeClr val="dk2"/>
                </a:solidFill>
                <a:prstDash val="solid"/>
                <a:round/>
                <a:headEnd type="none" w="med" len="med"/>
                <a:tailEnd type="none" w="med" len="med"/>
              </a:ln>
            </p:spPr>
          </p:cxnSp>
          <p:cxnSp>
            <p:nvCxnSpPr>
              <p:cNvPr id="1367" name="Google Shape;1367;p22"/>
              <p:cNvCxnSpPr>
                <a:stCxn id="1365" idx="1"/>
                <a:endCxn id="1341" idx="5"/>
              </p:cNvCxnSpPr>
              <p:nvPr/>
            </p:nvCxnSpPr>
            <p:spPr>
              <a:xfrm rot="-2034703" flipH="1">
                <a:off x="2826258" y="400719"/>
                <a:ext cx="43017" cy="1143823"/>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368"/>
        <p:cNvGrpSpPr/>
        <p:nvPr/>
      </p:nvGrpSpPr>
      <p:grpSpPr>
        <a:xfrm>
          <a:off x="0" y="0"/>
          <a:ext cx="0" cy="0"/>
          <a:chOff x="0" y="0"/>
          <a:chExt cx="0" cy="0"/>
        </a:xfrm>
      </p:grpSpPr>
      <p:grpSp>
        <p:nvGrpSpPr>
          <p:cNvPr id="1369" name="Google Shape;1369;p23"/>
          <p:cNvGrpSpPr/>
          <p:nvPr/>
        </p:nvGrpSpPr>
        <p:grpSpPr>
          <a:xfrm>
            <a:off x="190301" y="174004"/>
            <a:ext cx="8808974" cy="4007621"/>
            <a:chOff x="190301" y="174004"/>
            <a:chExt cx="8808974" cy="4007621"/>
          </a:xfrm>
        </p:grpSpPr>
        <p:grpSp>
          <p:nvGrpSpPr>
            <p:cNvPr id="1370" name="Google Shape;1370;p23"/>
            <p:cNvGrpSpPr/>
            <p:nvPr/>
          </p:nvGrpSpPr>
          <p:grpSpPr>
            <a:xfrm rot="10800000">
              <a:off x="190301" y="3858950"/>
              <a:ext cx="298275" cy="322675"/>
              <a:chOff x="8667225" y="681525"/>
              <a:chExt cx="298275" cy="322675"/>
            </a:xfrm>
          </p:grpSpPr>
          <p:sp>
            <p:nvSpPr>
              <p:cNvPr id="1371" name="Google Shape;1371;p23"/>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72" name="Google Shape;1372;p23"/>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73" name="Google Shape;1373;p23"/>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374" name="Google Shape;1374;p23"/>
            <p:cNvGrpSpPr/>
            <p:nvPr/>
          </p:nvGrpSpPr>
          <p:grpSpPr>
            <a:xfrm rot="-5139163">
              <a:off x="8591694" y="201328"/>
              <a:ext cx="406266" cy="379191"/>
              <a:chOff x="140150" y="4657175"/>
              <a:chExt cx="406275" cy="379200"/>
            </a:xfrm>
          </p:grpSpPr>
          <p:sp>
            <p:nvSpPr>
              <p:cNvPr id="1375" name="Google Shape;1375;p23"/>
              <p:cNvSpPr/>
              <p:nvPr/>
            </p:nvSpPr>
            <p:spPr>
              <a:xfrm rot="10800000">
                <a:off x="140150" y="494967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76" name="Google Shape;1376;p23"/>
              <p:cNvSpPr/>
              <p:nvPr/>
            </p:nvSpPr>
            <p:spPr>
              <a:xfrm rot="10800000">
                <a:off x="298325" y="4657175"/>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77" name="Google Shape;1377;p23"/>
              <p:cNvSpPr/>
              <p:nvPr/>
            </p:nvSpPr>
            <p:spPr>
              <a:xfrm rot="10800000">
                <a:off x="495125" y="485235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78" name="Google Shape;1378;p23"/>
              <p:cNvSpPr/>
              <p:nvPr/>
            </p:nvSpPr>
            <p:spPr>
              <a:xfrm rot="10800000">
                <a:off x="165050" y="4657175"/>
                <a:ext cx="51300" cy="51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grpSp>
        <p:nvGrpSpPr>
          <p:cNvPr id="1379" name="Google Shape;1379;p23"/>
          <p:cNvGrpSpPr/>
          <p:nvPr/>
        </p:nvGrpSpPr>
        <p:grpSpPr>
          <a:xfrm>
            <a:off x="115024" y="-2374836"/>
            <a:ext cx="8971639" cy="9886184"/>
            <a:chOff x="115024" y="-2374836"/>
            <a:chExt cx="8971639" cy="9886184"/>
          </a:xfrm>
        </p:grpSpPr>
        <p:grpSp>
          <p:nvGrpSpPr>
            <p:cNvPr id="1380" name="Google Shape;1380;p23"/>
            <p:cNvGrpSpPr/>
            <p:nvPr/>
          </p:nvGrpSpPr>
          <p:grpSpPr>
            <a:xfrm flipH="1">
              <a:off x="115024" y="-2374836"/>
              <a:ext cx="3687215" cy="3485542"/>
              <a:chOff x="5337386" y="-2374836"/>
              <a:chExt cx="3687215" cy="3485542"/>
            </a:xfrm>
          </p:grpSpPr>
          <p:sp>
            <p:nvSpPr>
              <p:cNvPr id="1381" name="Google Shape;1381;p23"/>
              <p:cNvSpPr/>
              <p:nvPr/>
            </p:nvSpPr>
            <p:spPr>
              <a:xfrm rot="9698973">
                <a:off x="8256504" y="-2357857"/>
                <a:ext cx="128642" cy="128642"/>
              </a:xfrm>
              <a:prstGeom prst="ellipse">
                <a:avLst/>
              </a:prstGeom>
              <a:solidFill>
                <a:srgbClr val="FFD96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2" name="Google Shape;1382;p23"/>
              <p:cNvSpPr/>
              <p:nvPr/>
            </p:nvSpPr>
            <p:spPr>
              <a:xfrm rot="9699868">
                <a:off x="6325487" y="-94127"/>
                <a:ext cx="164028" cy="164028"/>
              </a:xfrm>
              <a:prstGeom prst="ellipse">
                <a:avLst/>
              </a:prstGeom>
              <a:solidFill>
                <a:srgbClr val="FFD96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3" name="Google Shape;1383;p23"/>
              <p:cNvSpPr/>
              <p:nvPr/>
            </p:nvSpPr>
            <p:spPr>
              <a:xfrm rot="9695130">
                <a:off x="7230532" y="-1291785"/>
                <a:ext cx="265916" cy="265916"/>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4" name="Google Shape;1384;p23"/>
              <p:cNvSpPr/>
              <p:nvPr/>
            </p:nvSpPr>
            <p:spPr>
              <a:xfrm rot="9708981">
                <a:off x="8013809" y="-151576"/>
                <a:ext cx="86521" cy="86521"/>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5" name="Google Shape;1385;p23"/>
              <p:cNvSpPr/>
              <p:nvPr/>
            </p:nvSpPr>
            <p:spPr>
              <a:xfrm rot="9699377">
                <a:off x="8889724" y="131264"/>
                <a:ext cx="119155" cy="119155"/>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6" name="Google Shape;1386;p23"/>
              <p:cNvSpPr/>
              <p:nvPr/>
            </p:nvSpPr>
            <p:spPr>
              <a:xfrm rot="-9307649">
                <a:off x="7169475" y="191656"/>
                <a:ext cx="86305" cy="86305"/>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7" name="Google Shape;1387;p23"/>
              <p:cNvSpPr/>
              <p:nvPr/>
            </p:nvSpPr>
            <p:spPr>
              <a:xfrm rot="9708981">
                <a:off x="7609568" y="-1824766"/>
                <a:ext cx="86521" cy="86521"/>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8" name="Google Shape;1388;p23"/>
              <p:cNvSpPr/>
              <p:nvPr/>
            </p:nvSpPr>
            <p:spPr>
              <a:xfrm rot="9698900">
                <a:off x="5354617" y="277974"/>
                <a:ext cx="130539" cy="130539"/>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389" name="Google Shape;1389;p23"/>
              <p:cNvCxnSpPr>
                <a:stCxn id="1385" idx="5"/>
                <a:endCxn id="1384" idx="1"/>
              </p:cNvCxnSpPr>
              <p:nvPr/>
            </p:nvCxnSpPr>
            <p:spPr>
              <a:xfrm rot="10800000">
                <a:off x="8095656" y="-88788"/>
                <a:ext cx="800400" cy="252900"/>
              </a:xfrm>
              <a:prstGeom prst="straightConnector1">
                <a:avLst/>
              </a:prstGeom>
              <a:noFill/>
              <a:ln w="9525" cap="flat" cmpd="sng">
                <a:solidFill>
                  <a:schemeClr val="dk2"/>
                </a:solidFill>
                <a:prstDash val="solid"/>
                <a:round/>
                <a:headEnd type="none" w="med" len="med"/>
                <a:tailEnd type="none" w="med" len="med"/>
              </a:ln>
            </p:spPr>
          </p:cxnSp>
          <p:cxnSp>
            <p:nvCxnSpPr>
              <p:cNvPr id="1390" name="Google Shape;1390;p23"/>
              <p:cNvCxnSpPr>
                <a:stCxn id="1386" idx="4"/>
                <a:endCxn id="1384" idx="6"/>
              </p:cNvCxnSpPr>
              <p:nvPr/>
            </p:nvCxnSpPr>
            <p:spPr>
              <a:xfrm rot="10800000" flipH="1">
                <a:off x="7230777" y="-94742"/>
                <a:ext cx="785100" cy="290400"/>
              </a:xfrm>
              <a:prstGeom prst="straightConnector1">
                <a:avLst/>
              </a:prstGeom>
              <a:noFill/>
              <a:ln w="9525" cap="flat" cmpd="sng">
                <a:solidFill>
                  <a:schemeClr val="dk2"/>
                </a:solidFill>
                <a:prstDash val="solid"/>
                <a:round/>
                <a:headEnd type="none" w="med" len="med"/>
                <a:tailEnd type="none" w="med" len="med"/>
              </a:ln>
            </p:spPr>
          </p:cxnSp>
          <p:cxnSp>
            <p:nvCxnSpPr>
              <p:cNvPr id="1391" name="Google Shape;1391;p23"/>
              <p:cNvCxnSpPr>
                <a:stCxn id="1381" idx="0"/>
                <a:endCxn id="1385" idx="4"/>
              </p:cNvCxnSpPr>
              <p:nvPr/>
            </p:nvCxnSpPr>
            <p:spPr>
              <a:xfrm>
                <a:off x="8341075" y="-2232486"/>
                <a:ext cx="589500" cy="2366700"/>
              </a:xfrm>
              <a:prstGeom prst="straightConnector1">
                <a:avLst/>
              </a:prstGeom>
              <a:noFill/>
              <a:ln w="9525" cap="flat" cmpd="sng">
                <a:solidFill>
                  <a:schemeClr val="dk2"/>
                </a:solidFill>
                <a:prstDash val="solid"/>
                <a:round/>
                <a:headEnd type="none" w="med" len="med"/>
                <a:tailEnd type="none" w="med" len="med"/>
              </a:ln>
            </p:spPr>
          </p:cxnSp>
          <p:cxnSp>
            <p:nvCxnSpPr>
              <p:cNvPr id="1392" name="Google Shape;1392;p23"/>
              <p:cNvCxnSpPr>
                <a:stCxn id="1385" idx="6"/>
                <a:endCxn id="1386" idx="2"/>
              </p:cNvCxnSpPr>
              <p:nvPr/>
            </p:nvCxnSpPr>
            <p:spPr>
              <a:xfrm flipH="1">
                <a:off x="7251752" y="209591"/>
                <a:ext cx="1641000" cy="43500"/>
              </a:xfrm>
              <a:prstGeom prst="straightConnector1">
                <a:avLst/>
              </a:prstGeom>
              <a:noFill/>
              <a:ln w="9525" cap="flat" cmpd="sng">
                <a:solidFill>
                  <a:schemeClr val="dk2"/>
                </a:solidFill>
                <a:prstDash val="solid"/>
                <a:round/>
                <a:headEnd type="none" w="med" len="med"/>
                <a:tailEnd type="none" w="med" len="med"/>
              </a:ln>
            </p:spPr>
          </p:cxnSp>
          <p:cxnSp>
            <p:nvCxnSpPr>
              <p:cNvPr id="1393" name="Google Shape;1393;p23"/>
              <p:cNvCxnSpPr>
                <a:stCxn id="1386" idx="6"/>
                <a:endCxn id="1382" idx="1"/>
              </p:cNvCxnSpPr>
              <p:nvPr/>
            </p:nvCxnSpPr>
            <p:spPr>
              <a:xfrm rot="10800000">
                <a:off x="6480777" y="24658"/>
                <a:ext cx="692700" cy="192000"/>
              </a:xfrm>
              <a:prstGeom prst="straightConnector1">
                <a:avLst/>
              </a:prstGeom>
              <a:noFill/>
              <a:ln w="9525" cap="flat" cmpd="sng">
                <a:solidFill>
                  <a:schemeClr val="dk2"/>
                </a:solidFill>
                <a:prstDash val="solid"/>
                <a:round/>
                <a:headEnd type="none" w="med" len="med"/>
                <a:tailEnd type="none" w="med" len="med"/>
              </a:ln>
            </p:spPr>
          </p:cxnSp>
          <p:cxnSp>
            <p:nvCxnSpPr>
              <p:cNvPr id="1394" name="Google Shape;1394;p23"/>
              <p:cNvCxnSpPr>
                <a:stCxn id="1384" idx="6"/>
                <a:endCxn id="1382" idx="1"/>
              </p:cNvCxnSpPr>
              <p:nvPr/>
            </p:nvCxnSpPr>
            <p:spPr>
              <a:xfrm flipH="1">
                <a:off x="6480870" y="-94816"/>
                <a:ext cx="1535100" cy="119400"/>
              </a:xfrm>
              <a:prstGeom prst="straightConnector1">
                <a:avLst/>
              </a:prstGeom>
              <a:noFill/>
              <a:ln w="9525" cap="flat" cmpd="sng">
                <a:solidFill>
                  <a:schemeClr val="dk2"/>
                </a:solidFill>
                <a:prstDash val="solid"/>
                <a:round/>
                <a:headEnd type="none" w="med" len="med"/>
                <a:tailEnd type="none" w="med" len="med"/>
              </a:ln>
            </p:spPr>
          </p:cxnSp>
          <p:cxnSp>
            <p:nvCxnSpPr>
              <p:cNvPr id="1395" name="Google Shape;1395;p23"/>
              <p:cNvCxnSpPr>
                <a:stCxn id="1381" idx="6"/>
                <a:endCxn id="1387" idx="3"/>
              </p:cNvCxnSpPr>
              <p:nvPr/>
            </p:nvCxnSpPr>
            <p:spPr>
              <a:xfrm flipH="1">
                <a:off x="7672375" y="-2273286"/>
                <a:ext cx="587400" cy="453300"/>
              </a:xfrm>
              <a:prstGeom prst="straightConnector1">
                <a:avLst/>
              </a:prstGeom>
              <a:noFill/>
              <a:ln w="9525" cap="flat" cmpd="sng">
                <a:solidFill>
                  <a:schemeClr val="dk2"/>
                </a:solidFill>
                <a:prstDash val="solid"/>
                <a:round/>
                <a:headEnd type="none" w="med" len="med"/>
                <a:tailEnd type="none" w="med" len="med"/>
              </a:ln>
            </p:spPr>
          </p:cxnSp>
          <p:cxnSp>
            <p:nvCxnSpPr>
              <p:cNvPr id="1396" name="Google Shape;1396;p23"/>
              <p:cNvCxnSpPr>
                <a:stCxn id="1381" idx="7"/>
                <a:endCxn id="1384" idx="4"/>
              </p:cNvCxnSpPr>
              <p:nvPr/>
            </p:nvCxnSpPr>
            <p:spPr>
              <a:xfrm flipH="1">
                <a:off x="8043575" y="-2236048"/>
                <a:ext cx="248400" cy="2086500"/>
              </a:xfrm>
              <a:prstGeom prst="straightConnector1">
                <a:avLst/>
              </a:prstGeom>
              <a:noFill/>
              <a:ln w="9525" cap="flat" cmpd="sng">
                <a:solidFill>
                  <a:schemeClr val="dk2"/>
                </a:solidFill>
                <a:prstDash val="solid"/>
                <a:round/>
                <a:headEnd type="none" w="med" len="med"/>
                <a:tailEnd type="none" w="med" len="med"/>
              </a:ln>
            </p:spPr>
          </p:cxnSp>
          <p:cxnSp>
            <p:nvCxnSpPr>
              <p:cNvPr id="1397" name="Google Shape;1397;p23"/>
              <p:cNvCxnSpPr>
                <a:stCxn id="1387" idx="7"/>
                <a:endCxn id="1383" idx="3"/>
              </p:cNvCxnSpPr>
              <p:nvPr/>
            </p:nvCxnSpPr>
            <p:spPr>
              <a:xfrm flipH="1">
                <a:off x="7423012" y="-1742897"/>
                <a:ext cx="210300" cy="465300"/>
              </a:xfrm>
              <a:prstGeom prst="straightConnector1">
                <a:avLst/>
              </a:prstGeom>
              <a:noFill/>
              <a:ln w="9525" cap="flat" cmpd="sng">
                <a:solidFill>
                  <a:schemeClr val="dk2"/>
                </a:solidFill>
                <a:prstDash val="solid"/>
                <a:round/>
                <a:headEnd type="none" w="med" len="med"/>
                <a:tailEnd type="none" w="med" len="med"/>
              </a:ln>
            </p:spPr>
          </p:cxnSp>
          <p:cxnSp>
            <p:nvCxnSpPr>
              <p:cNvPr id="1398" name="Google Shape;1398;p23"/>
              <p:cNvCxnSpPr>
                <a:stCxn id="1383" idx="0"/>
                <a:endCxn id="1384" idx="4"/>
              </p:cNvCxnSpPr>
              <p:nvPr/>
            </p:nvCxnSpPr>
            <p:spPr>
              <a:xfrm>
                <a:off x="7405490" y="-1032677"/>
                <a:ext cx="638100" cy="883200"/>
              </a:xfrm>
              <a:prstGeom prst="straightConnector1">
                <a:avLst/>
              </a:prstGeom>
              <a:noFill/>
              <a:ln w="9525" cap="flat" cmpd="sng">
                <a:solidFill>
                  <a:schemeClr val="dk2"/>
                </a:solidFill>
                <a:prstDash val="solid"/>
                <a:round/>
                <a:headEnd type="none" w="med" len="med"/>
                <a:tailEnd type="none" w="med" len="med"/>
              </a:ln>
            </p:spPr>
          </p:cxnSp>
          <p:cxnSp>
            <p:nvCxnSpPr>
              <p:cNvPr id="1399" name="Google Shape;1399;p23"/>
              <p:cNvCxnSpPr>
                <a:stCxn id="1388" idx="2"/>
                <a:endCxn id="1382" idx="6"/>
              </p:cNvCxnSpPr>
              <p:nvPr/>
            </p:nvCxnSpPr>
            <p:spPr>
              <a:xfrm rot="10800000" flipH="1">
                <a:off x="5481836" y="13694"/>
                <a:ext cx="847800" cy="309000"/>
              </a:xfrm>
              <a:prstGeom prst="straightConnector1">
                <a:avLst/>
              </a:prstGeom>
              <a:noFill/>
              <a:ln w="9525" cap="flat" cmpd="sng">
                <a:solidFill>
                  <a:schemeClr val="dk2"/>
                </a:solidFill>
                <a:prstDash val="solid"/>
                <a:round/>
                <a:headEnd type="none" w="med" len="med"/>
                <a:tailEnd type="none" w="med" len="med"/>
              </a:ln>
            </p:spPr>
          </p:cxnSp>
          <p:cxnSp>
            <p:nvCxnSpPr>
              <p:cNvPr id="1400" name="Google Shape;1400;p23"/>
              <p:cNvCxnSpPr>
                <a:stCxn id="1386" idx="7"/>
                <a:endCxn id="1388" idx="1"/>
              </p:cNvCxnSpPr>
              <p:nvPr/>
            </p:nvCxnSpPr>
            <p:spPr>
              <a:xfrm flipH="1">
                <a:off x="5478310" y="249658"/>
                <a:ext cx="1693800" cy="123000"/>
              </a:xfrm>
              <a:prstGeom prst="straightConnector1">
                <a:avLst/>
              </a:prstGeom>
              <a:noFill/>
              <a:ln w="9525" cap="flat" cmpd="sng">
                <a:solidFill>
                  <a:schemeClr val="dk2"/>
                </a:solidFill>
                <a:prstDash val="solid"/>
                <a:round/>
                <a:headEnd type="none" w="med" len="med"/>
                <a:tailEnd type="none" w="med" len="med"/>
              </a:ln>
            </p:spPr>
          </p:cxnSp>
          <p:sp>
            <p:nvSpPr>
              <p:cNvPr id="1401" name="Google Shape;1401;p23"/>
              <p:cNvSpPr/>
              <p:nvPr/>
            </p:nvSpPr>
            <p:spPr>
              <a:xfrm rot="9708981">
                <a:off x="6280042" y="-655695"/>
                <a:ext cx="86521" cy="86521"/>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02" name="Google Shape;1402;p23"/>
              <p:cNvCxnSpPr>
                <a:stCxn id="1388" idx="3"/>
                <a:endCxn id="1401" idx="6"/>
              </p:cNvCxnSpPr>
              <p:nvPr/>
            </p:nvCxnSpPr>
            <p:spPr>
              <a:xfrm rot="10800000" flipH="1">
                <a:off x="5449161" y="-598892"/>
                <a:ext cx="833100" cy="883800"/>
              </a:xfrm>
              <a:prstGeom prst="straightConnector1">
                <a:avLst/>
              </a:prstGeom>
              <a:noFill/>
              <a:ln w="9525" cap="flat" cmpd="sng">
                <a:solidFill>
                  <a:schemeClr val="dk2"/>
                </a:solidFill>
                <a:prstDash val="solid"/>
                <a:round/>
                <a:headEnd type="none" w="med" len="med"/>
                <a:tailEnd type="none" w="med" len="med"/>
              </a:ln>
            </p:spPr>
          </p:cxnSp>
          <p:cxnSp>
            <p:nvCxnSpPr>
              <p:cNvPr id="1403" name="Google Shape;1403;p23"/>
              <p:cNvCxnSpPr>
                <a:stCxn id="1401" idx="2"/>
                <a:endCxn id="1383" idx="6"/>
              </p:cNvCxnSpPr>
              <p:nvPr/>
            </p:nvCxnSpPr>
            <p:spPr>
              <a:xfrm rot="10800000" flipH="1">
                <a:off x="6364402" y="-1116735"/>
                <a:ext cx="873000" cy="490800"/>
              </a:xfrm>
              <a:prstGeom prst="straightConnector1">
                <a:avLst/>
              </a:prstGeom>
              <a:noFill/>
              <a:ln w="9525" cap="flat" cmpd="sng">
                <a:solidFill>
                  <a:schemeClr val="dk2"/>
                </a:solidFill>
                <a:prstDash val="solid"/>
                <a:round/>
                <a:headEnd type="none" w="med" len="med"/>
                <a:tailEnd type="none" w="med" len="med"/>
              </a:ln>
            </p:spPr>
          </p:cxnSp>
          <p:cxnSp>
            <p:nvCxnSpPr>
              <p:cNvPr id="1404" name="Google Shape;1404;p23"/>
              <p:cNvCxnSpPr>
                <a:stCxn id="1401" idx="0"/>
                <a:endCxn id="1382" idx="4"/>
              </p:cNvCxnSpPr>
              <p:nvPr/>
            </p:nvCxnSpPr>
            <p:spPr>
              <a:xfrm>
                <a:off x="6336802" y="-571335"/>
                <a:ext cx="45000" cy="481500"/>
              </a:xfrm>
              <a:prstGeom prst="straightConnector1">
                <a:avLst/>
              </a:prstGeom>
              <a:noFill/>
              <a:ln w="9525" cap="flat" cmpd="sng">
                <a:solidFill>
                  <a:schemeClr val="dk2"/>
                </a:solidFill>
                <a:prstDash val="solid"/>
                <a:round/>
                <a:headEnd type="none" w="med" len="med"/>
                <a:tailEnd type="none" w="med" len="med"/>
              </a:ln>
            </p:spPr>
          </p:cxnSp>
          <p:cxnSp>
            <p:nvCxnSpPr>
              <p:cNvPr id="1405" name="Google Shape;1405;p23"/>
              <p:cNvCxnSpPr>
                <a:stCxn id="1401" idx="1"/>
                <a:endCxn id="1384" idx="5"/>
              </p:cNvCxnSpPr>
              <p:nvPr/>
            </p:nvCxnSpPr>
            <p:spPr>
              <a:xfrm>
                <a:off x="6361911" y="-592919"/>
                <a:ext cx="1656600" cy="465000"/>
              </a:xfrm>
              <a:prstGeom prst="straightConnector1">
                <a:avLst/>
              </a:prstGeom>
              <a:noFill/>
              <a:ln w="9525" cap="flat" cmpd="sng">
                <a:solidFill>
                  <a:schemeClr val="dk2"/>
                </a:solidFill>
                <a:prstDash val="solid"/>
                <a:round/>
                <a:headEnd type="none" w="med" len="med"/>
                <a:tailEnd type="none" w="med" len="med"/>
              </a:ln>
            </p:spPr>
          </p:cxnSp>
          <p:sp>
            <p:nvSpPr>
              <p:cNvPr id="1406" name="Google Shape;1406;p23"/>
              <p:cNvSpPr/>
              <p:nvPr/>
            </p:nvSpPr>
            <p:spPr>
              <a:xfrm rot="9698973">
                <a:off x="7912582" y="-1816833"/>
                <a:ext cx="128642" cy="128642"/>
              </a:xfrm>
              <a:prstGeom prst="ellipse">
                <a:avLst/>
              </a:prstGeom>
              <a:solidFill>
                <a:srgbClr val="86CF6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07" name="Google Shape;1407;p23"/>
              <p:cNvCxnSpPr>
                <a:stCxn id="1383" idx="2"/>
                <a:endCxn id="1406" idx="7"/>
              </p:cNvCxnSpPr>
              <p:nvPr/>
            </p:nvCxnSpPr>
            <p:spPr>
              <a:xfrm rot="10800000" flipH="1">
                <a:off x="7489640" y="-1694927"/>
                <a:ext cx="458400" cy="494100"/>
              </a:xfrm>
              <a:prstGeom prst="straightConnector1">
                <a:avLst/>
              </a:prstGeom>
              <a:noFill/>
              <a:ln w="9525" cap="flat" cmpd="sng">
                <a:solidFill>
                  <a:schemeClr val="dk2"/>
                </a:solidFill>
                <a:prstDash val="solid"/>
                <a:round/>
                <a:headEnd type="none" w="med" len="med"/>
                <a:tailEnd type="none" w="med" len="med"/>
              </a:ln>
            </p:spPr>
          </p:cxnSp>
          <p:cxnSp>
            <p:nvCxnSpPr>
              <p:cNvPr id="1408" name="Google Shape;1408;p23"/>
              <p:cNvCxnSpPr>
                <a:stCxn id="1406" idx="3"/>
                <a:endCxn id="1381" idx="7"/>
              </p:cNvCxnSpPr>
              <p:nvPr/>
            </p:nvCxnSpPr>
            <p:spPr>
              <a:xfrm rot="10800000" flipH="1">
                <a:off x="8005753" y="-2236000"/>
                <a:ext cx="286200" cy="426000"/>
              </a:xfrm>
              <a:prstGeom prst="straightConnector1">
                <a:avLst/>
              </a:prstGeom>
              <a:noFill/>
              <a:ln w="9525" cap="flat" cmpd="sng">
                <a:solidFill>
                  <a:schemeClr val="dk2"/>
                </a:solidFill>
                <a:prstDash val="solid"/>
                <a:round/>
                <a:headEnd type="none" w="med" len="med"/>
                <a:tailEnd type="none" w="med" len="med"/>
              </a:ln>
            </p:spPr>
          </p:cxnSp>
          <p:cxnSp>
            <p:nvCxnSpPr>
              <p:cNvPr id="1409" name="Google Shape;1409;p23"/>
              <p:cNvCxnSpPr>
                <a:stCxn id="1384" idx="4"/>
                <a:endCxn id="1406" idx="0"/>
              </p:cNvCxnSpPr>
              <p:nvPr/>
            </p:nvCxnSpPr>
            <p:spPr>
              <a:xfrm rot="10800000">
                <a:off x="7997070" y="-1691416"/>
                <a:ext cx="46500" cy="1542000"/>
              </a:xfrm>
              <a:prstGeom prst="straightConnector1">
                <a:avLst/>
              </a:prstGeom>
              <a:noFill/>
              <a:ln w="9525" cap="flat" cmpd="sng">
                <a:solidFill>
                  <a:schemeClr val="dk2"/>
                </a:solidFill>
                <a:prstDash val="solid"/>
                <a:round/>
                <a:headEnd type="none" w="med" len="med"/>
                <a:tailEnd type="none" w="med" len="med"/>
              </a:ln>
            </p:spPr>
          </p:cxnSp>
          <p:sp>
            <p:nvSpPr>
              <p:cNvPr id="1410" name="Google Shape;1410;p23"/>
              <p:cNvSpPr/>
              <p:nvPr/>
            </p:nvSpPr>
            <p:spPr>
              <a:xfrm rot="9700738">
                <a:off x="8739027" y="840659"/>
                <a:ext cx="238594" cy="238594"/>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11" name="Google Shape;1411;p23"/>
              <p:cNvCxnSpPr>
                <a:stCxn id="1384" idx="0"/>
                <a:endCxn id="1410" idx="4"/>
              </p:cNvCxnSpPr>
              <p:nvPr/>
            </p:nvCxnSpPr>
            <p:spPr>
              <a:xfrm>
                <a:off x="8070570" y="-67216"/>
                <a:ext cx="750300" cy="913800"/>
              </a:xfrm>
              <a:prstGeom prst="straightConnector1">
                <a:avLst/>
              </a:prstGeom>
              <a:noFill/>
              <a:ln w="9525" cap="flat" cmpd="sng">
                <a:solidFill>
                  <a:schemeClr val="dk2"/>
                </a:solidFill>
                <a:prstDash val="solid"/>
                <a:round/>
                <a:headEnd type="none" w="med" len="med"/>
                <a:tailEnd type="none" w="med" len="med"/>
              </a:ln>
            </p:spPr>
          </p:cxnSp>
          <p:cxnSp>
            <p:nvCxnSpPr>
              <p:cNvPr id="1412" name="Google Shape;1412;p23"/>
              <p:cNvCxnSpPr>
                <a:stCxn id="1385" idx="7"/>
                <a:endCxn id="1410" idx="3"/>
              </p:cNvCxnSpPr>
              <p:nvPr/>
            </p:nvCxnSpPr>
            <p:spPr>
              <a:xfrm flipH="1">
                <a:off x="8911773" y="244086"/>
                <a:ext cx="10800" cy="609300"/>
              </a:xfrm>
              <a:prstGeom prst="straightConnector1">
                <a:avLst/>
              </a:prstGeom>
              <a:noFill/>
              <a:ln w="9525" cap="flat" cmpd="sng">
                <a:solidFill>
                  <a:schemeClr val="dk2"/>
                </a:solidFill>
                <a:prstDash val="solid"/>
                <a:round/>
                <a:headEnd type="none" w="med" len="med"/>
                <a:tailEnd type="none" w="med" len="med"/>
              </a:ln>
            </p:spPr>
          </p:cxnSp>
        </p:grpSp>
        <p:grpSp>
          <p:nvGrpSpPr>
            <p:cNvPr id="1413" name="Google Shape;1413;p23"/>
            <p:cNvGrpSpPr/>
            <p:nvPr/>
          </p:nvGrpSpPr>
          <p:grpSpPr>
            <a:xfrm>
              <a:off x="4731484" y="3997585"/>
              <a:ext cx="4355179" cy="3513764"/>
              <a:chOff x="720009" y="3852908"/>
              <a:chExt cx="4355179" cy="3513764"/>
            </a:xfrm>
          </p:grpSpPr>
          <p:sp>
            <p:nvSpPr>
              <p:cNvPr id="1414" name="Google Shape;1414;p23"/>
              <p:cNvSpPr/>
              <p:nvPr/>
            </p:nvSpPr>
            <p:spPr>
              <a:xfrm rot="8759498">
                <a:off x="4842687" y="3890706"/>
                <a:ext cx="194703" cy="194703"/>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15" name="Google Shape;1415;p23"/>
              <p:cNvSpPr/>
              <p:nvPr/>
            </p:nvSpPr>
            <p:spPr>
              <a:xfrm rot="8759498">
                <a:off x="2275964" y="6863806"/>
                <a:ext cx="194703" cy="194703"/>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16" name="Google Shape;1416;p23"/>
              <p:cNvSpPr/>
              <p:nvPr/>
            </p:nvSpPr>
            <p:spPr>
              <a:xfrm rot="8760064">
                <a:off x="1605200" y="4894668"/>
                <a:ext cx="401304" cy="401304"/>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17" name="Google Shape;1417;p23"/>
              <p:cNvSpPr/>
              <p:nvPr/>
            </p:nvSpPr>
            <p:spPr>
              <a:xfrm rot="8752287">
                <a:off x="3601108" y="6091497"/>
                <a:ext cx="130469" cy="130469"/>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18" name="Google Shape;1418;p23"/>
              <p:cNvSpPr/>
              <p:nvPr/>
            </p:nvSpPr>
            <p:spPr>
              <a:xfrm rot="8754177">
                <a:off x="4682827" y="4819876"/>
                <a:ext cx="210847" cy="210847"/>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19" name="Google Shape;1419;p23"/>
              <p:cNvSpPr/>
              <p:nvPr/>
            </p:nvSpPr>
            <p:spPr>
              <a:xfrm rot="8752287">
                <a:off x="3494792" y="7210837"/>
                <a:ext cx="130469" cy="130469"/>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20" name="Google Shape;1420;p23"/>
              <p:cNvSpPr/>
              <p:nvPr/>
            </p:nvSpPr>
            <p:spPr>
              <a:xfrm rot="8752287">
                <a:off x="3265787" y="4938959"/>
                <a:ext cx="130469" cy="130469"/>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21" name="Google Shape;1421;p23"/>
              <p:cNvSpPr/>
              <p:nvPr/>
            </p:nvSpPr>
            <p:spPr>
              <a:xfrm rot="8754847">
                <a:off x="1467743" y="6207539"/>
                <a:ext cx="96354" cy="96354"/>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22" name="Google Shape;1422;p23"/>
              <p:cNvCxnSpPr>
                <a:stCxn id="1419" idx="4"/>
                <a:endCxn id="1417" idx="0"/>
              </p:cNvCxnSpPr>
              <p:nvPr/>
            </p:nvCxnSpPr>
            <p:spPr>
              <a:xfrm rot="10800000" flipH="1">
                <a:off x="3523426" y="6210771"/>
                <a:ext cx="179400" cy="1011300"/>
              </a:xfrm>
              <a:prstGeom prst="straightConnector1">
                <a:avLst/>
              </a:prstGeom>
              <a:noFill/>
              <a:ln w="9525" cap="flat" cmpd="sng">
                <a:solidFill>
                  <a:schemeClr val="dk2"/>
                </a:solidFill>
                <a:prstDash val="solid"/>
                <a:round/>
                <a:headEnd type="none" w="med" len="med"/>
                <a:tailEnd type="none" w="med" len="med"/>
              </a:ln>
            </p:spPr>
          </p:cxnSp>
          <p:cxnSp>
            <p:nvCxnSpPr>
              <p:cNvPr id="1423" name="Google Shape;1423;p23"/>
              <p:cNvCxnSpPr>
                <a:stCxn id="1414" idx="7"/>
                <a:endCxn id="1418" idx="3"/>
              </p:cNvCxnSpPr>
              <p:nvPr/>
            </p:nvCxnSpPr>
            <p:spPr>
              <a:xfrm flipH="1">
                <a:off x="4808077" y="4083623"/>
                <a:ext cx="113400" cy="738300"/>
              </a:xfrm>
              <a:prstGeom prst="straightConnector1">
                <a:avLst/>
              </a:prstGeom>
              <a:noFill/>
              <a:ln w="9525" cap="flat" cmpd="sng">
                <a:solidFill>
                  <a:schemeClr val="dk2"/>
                </a:solidFill>
                <a:prstDash val="solid"/>
                <a:round/>
                <a:headEnd type="none" w="med" len="med"/>
                <a:tailEnd type="none" w="med" len="med"/>
              </a:ln>
            </p:spPr>
          </p:cxnSp>
          <p:cxnSp>
            <p:nvCxnSpPr>
              <p:cNvPr id="1424" name="Google Shape;1424;p23"/>
              <p:cNvCxnSpPr>
                <a:stCxn id="1418" idx="7"/>
                <a:endCxn id="1419" idx="2"/>
              </p:cNvCxnSpPr>
              <p:nvPr/>
            </p:nvCxnSpPr>
            <p:spPr>
              <a:xfrm flipH="1">
                <a:off x="3613910" y="5028820"/>
                <a:ext cx="1154400" cy="2210700"/>
              </a:xfrm>
              <a:prstGeom prst="straightConnector1">
                <a:avLst/>
              </a:prstGeom>
              <a:noFill/>
              <a:ln w="9525" cap="flat" cmpd="sng">
                <a:solidFill>
                  <a:schemeClr val="dk2"/>
                </a:solidFill>
                <a:prstDash val="solid"/>
                <a:round/>
                <a:headEnd type="none" w="med" len="med"/>
                <a:tailEnd type="none" w="med" len="med"/>
              </a:ln>
            </p:spPr>
          </p:cxnSp>
          <p:cxnSp>
            <p:nvCxnSpPr>
              <p:cNvPr id="1425" name="Google Shape;1425;p23"/>
              <p:cNvCxnSpPr>
                <a:stCxn id="1419" idx="6"/>
                <a:endCxn id="1415" idx="1"/>
              </p:cNvCxnSpPr>
              <p:nvPr/>
            </p:nvCxnSpPr>
            <p:spPr>
              <a:xfrm rot="10800000">
                <a:off x="2468926" y="6979671"/>
                <a:ext cx="1037100" cy="333000"/>
              </a:xfrm>
              <a:prstGeom prst="straightConnector1">
                <a:avLst/>
              </a:prstGeom>
              <a:noFill/>
              <a:ln w="9525" cap="flat" cmpd="sng">
                <a:solidFill>
                  <a:schemeClr val="dk2"/>
                </a:solidFill>
                <a:prstDash val="solid"/>
                <a:round/>
                <a:headEnd type="none" w="med" len="med"/>
                <a:tailEnd type="none" w="med" len="med"/>
              </a:ln>
            </p:spPr>
          </p:cxnSp>
          <p:cxnSp>
            <p:nvCxnSpPr>
              <p:cNvPr id="1426" name="Google Shape;1426;p23"/>
              <p:cNvCxnSpPr>
                <a:stCxn id="1417" idx="7"/>
                <a:endCxn id="1415" idx="3"/>
              </p:cNvCxnSpPr>
              <p:nvPr/>
            </p:nvCxnSpPr>
            <p:spPr>
              <a:xfrm flipH="1">
                <a:off x="2391939" y="6220795"/>
                <a:ext cx="1262100" cy="644700"/>
              </a:xfrm>
              <a:prstGeom prst="straightConnector1">
                <a:avLst/>
              </a:prstGeom>
              <a:noFill/>
              <a:ln w="9525" cap="flat" cmpd="sng">
                <a:solidFill>
                  <a:schemeClr val="dk2"/>
                </a:solidFill>
                <a:prstDash val="solid"/>
                <a:round/>
                <a:headEnd type="none" w="med" len="med"/>
                <a:tailEnd type="none" w="med" len="med"/>
              </a:ln>
            </p:spPr>
          </p:cxnSp>
          <p:cxnSp>
            <p:nvCxnSpPr>
              <p:cNvPr id="1427" name="Google Shape;1427;p23"/>
              <p:cNvCxnSpPr>
                <a:stCxn id="1414" idx="6"/>
                <a:endCxn id="1420" idx="2"/>
              </p:cNvCxnSpPr>
              <p:nvPr/>
            </p:nvCxnSpPr>
            <p:spPr>
              <a:xfrm flipH="1">
                <a:off x="3385138" y="4042508"/>
                <a:ext cx="1474200" cy="925200"/>
              </a:xfrm>
              <a:prstGeom prst="straightConnector1">
                <a:avLst/>
              </a:prstGeom>
              <a:noFill/>
              <a:ln w="9525" cap="flat" cmpd="sng">
                <a:solidFill>
                  <a:schemeClr val="dk2"/>
                </a:solidFill>
                <a:prstDash val="solid"/>
                <a:round/>
                <a:headEnd type="none" w="med" len="med"/>
                <a:tailEnd type="none" w="med" len="med"/>
              </a:ln>
            </p:spPr>
          </p:cxnSp>
          <p:cxnSp>
            <p:nvCxnSpPr>
              <p:cNvPr id="1428" name="Google Shape;1428;p23"/>
              <p:cNvCxnSpPr>
                <a:stCxn id="1420" idx="0"/>
                <a:endCxn id="1417" idx="2"/>
              </p:cNvCxnSpPr>
              <p:nvPr/>
            </p:nvCxnSpPr>
            <p:spPr>
              <a:xfrm>
                <a:off x="3367622" y="5058194"/>
                <a:ext cx="352800" cy="1062000"/>
              </a:xfrm>
              <a:prstGeom prst="straightConnector1">
                <a:avLst/>
              </a:prstGeom>
              <a:noFill/>
              <a:ln w="9525" cap="flat" cmpd="sng">
                <a:solidFill>
                  <a:schemeClr val="dk2"/>
                </a:solidFill>
                <a:prstDash val="solid"/>
                <a:round/>
                <a:headEnd type="none" w="med" len="med"/>
                <a:tailEnd type="none" w="med" len="med"/>
              </a:ln>
            </p:spPr>
          </p:cxnSp>
          <p:cxnSp>
            <p:nvCxnSpPr>
              <p:cNvPr id="1429" name="Google Shape;1429;p23"/>
              <p:cNvCxnSpPr>
                <a:stCxn id="1420" idx="5"/>
                <a:endCxn id="1416" idx="1"/>
              </p:cNvCxnSpPr>
              <p:nvPr/>
            </p:nvCxnSpPr>
            <p:spPr>
              <a:xfrm flipH="1">
                <a:off x="2002758" y="4991890"/>
                <a:ext cx="1264200" cy="141600"/>
              </a:xfrm>
              <a:prstGeom prst="straightConnector1">
                <a:avLst/>
              </a:prstGeom>
              <a:noFill/>
              <a:ln w="9525" cap="flat" cmpd="sng">
                <a:solidFill>
                  <a:schemeClr val="dk2"/>
                </a:solidFill>
                <a:prstDash val="solid"/>
                <a:round/>
                <a:headEnd type="none" w="med" len="med"/>
                <a:tailEnd type="none" w="med" len="med"/>
              </a:ln>
            </p:spPr>
          </p:cxnSp>
          <p:cxnSp>
            <p:nvCxnSpPr>
              <p:cNvPr id="1430" name="Google Shape;1430;p23"/>
              <p:cNvCxnSpPr>
                <a:stCxn id="1416" idx="0"/>
                <a:endCxn id="1417" idx="5"/>
              </p:cNvCxnSpPr>
              <p:nvPr/>
            </p:nvCxnSpPr>
            <p:spPr>
              <a:xfrm>
                <a:off x="1918052" y="5261670"/>
                <a:ext cx="1684200" cy="882900"/>
              </a:xfrm>
              <a:prstGeom prst="straightConnector1">
                <a:avLst/>
              </a:prstGeom>
              <a:noFill/>
              <a:ln w="9525" cap="flat" cmpd="sng">
                <a:solidFill>
                  <a:schemeClr val="dk2"/>
                </a:solidFill>
                <a:prstDash val="solid"/>
                <a:round/>
                <a:headEnd type="none" w="med" len="med"/>
                <a:tailEnd type="none" w="med" len="med"/>
              </a:ln>
            </p:spPr>
          </p:cxnSp>
          <p:cxnSp>
            <p:nvCxnSpPr>
              <p:cNvPr id="1431" name="Google Shape;1431;p23"/>
              <p:cNvCxnSpPr>
                <a:stCxn id="1416" idx="7"/>
                <a:endCxn id="1421" idx="3"/>
              </p:cNvCxnSpPr>
              <p:nvPr/>
            </p:nvCxnSpPr>
            <p:spPr>
              <a:xfrm flipH="1">
                <a:off x="1525162" y="5292284"/>
                <a:ext cx="242400" cy="916200"/>
              </a:xfrm>
              <a:prstGeom prst="straightConnector1">
                <a:avLst/>
              </a:prstGeom>
              <a:noFill/>
              <a:ln w="9525" cap="flat" cmpd="sng">
                <a:solidFill>
                  <a:schemeClr val="dk2"/>
                </a:solidFill>
                <a:prstDash val="solid"/>
                <a:round/>
                <a:headEnd type="none" w="med" len="med"/>
                <a:tailEnd type="none" w="med" len="med"/>
              </a:ln>
            </p:spPr>
          </p:cxnSp>
          <p:cxnSp>
            <p:nvCxnSpPr>
              <p:cNvPr id="1432" name="Google Shape;1432;p23"/>
              <p:cNvCxnSpPr>
                <a:stCxn id="1417" idx="6"/>
                <a:endCxn id="1421" idx="2"/>
              </p:cNvCxnSpPr>
              <p:nvPr/>
            </p:nvCxnSpPr>
            <p:spPr>
              <a:xfrm flipH="1">
                <a:off x="1555843" y="6193331"/>
                <a:ext cx="2056500" cy="35400"/>
              </a:xfrm>
              <a:prstGeom prst="straightConnector1">
                <a:avLst/>
              </a:prstGeom>
              <a:noFill/>
              <a:ln w="9525" cap="flat" cmpd="sng">
                <a:solidFill>
                  <a:schemeClr val="dk2"/>
                </a:solidFill>
                <a:prstDash val="solid"/>
                <a:round/>
                <a:headEnd type="none" w="med" len="med"/>
                <a:tailEnd type="none" w="med" len="med"/>
              </a:ln>
            </p:spPr>
          </p:cxnSp>
          <p:cxnSp>
            <p:nvCxnSpPr>
              <p:cNvPr id="1433" name="Google Shape;1433;p23"/>
              <p:cNvCxnSpPr>
                <a:stCxn id="1421" idx="0"/>
                <a:endCxn id="1415" idx="4"/>
              </p:cNvCxnSpPr>
              <p:nvPr/>
            </p:nvCxnSpPr>
            <p:spPr>
              <a:xfrm>
                <a:off x="1542920" y="6295616"/>
                <a:ext cx="775800" cy="584700"/>
              </a:xfrm>
              <a:prstGeom prst="straightConnector1">
                <a:avLst/>
              </a:prstGeom>
              <a:noFill/>
              <a:ln w="9525" cap="flat" cmpd="sng">
                <a:solidFill>
                  <a:schemeClr val="dk2"/>
                </a:solidFill>
                <a:prstDash val="solid"/>
                <a:round/>
                <a:headEnd type="none" w="med" len="med"/>
                <a:tailEnd type="none" w="med" len="med"/>
              </a:ln>
            </p:spPr>
          </p:cxnSp>
          <p:cxnSp>
            <p:nvCxnSpPr>
              <p:cNvPr id="1434" name="Google Shape;1434;p23"/>
              <p:cNvCxnSpPr>
                <a:stCxn id="1419" idx="5"/>
                <a:endCxn id="1421" idx="1"/>
              </p:cNvCxnSpPr>
              <p:nvPr/>
            </p:nvCxnSpPr>
            <p:spPr>
              <a:xfrm rot="10800000">
                <a:off x="1563363" y="6264768"/>
                <a:ext cx="1932600" cy="999000"/>
              </a:xfrm>
              <a:prstGeom prst="straightConnector1">
                <a:avLst/>
              </a:prstGeom>
              <a:noFill/>
              <a:ln w="9525" cap="flat" cmpd="sng">
                <a:solidFill>
                  <a:schemeClr val="dk2"/>
                </a:solidFill>
                <a:prstDash val="solid"/>
                <a:round/>
                <a:headEnd type="none" w="med" len="med"/>
                <a:tailEnd type="none" w="med" len="med"/>
              </a:ln>
            </p:spPr>
          </p:cxnSp>
          <p:cxnSp>
            <p:nvCxnSpPr>
              <p:cNvPr id="1435" name="Google Shape;1435;p23"/>
              <p:cNvCxnSpPr>
                <a:stCxn id="1418" idx="6"/>
                <a:endCxn id="1421" idx="1"/>
              </p:cNvCxnSpPr>
              <p:nvPr/>
            </p:nvCxnSpPr>
            <p:spPr>
              <a:xfrm flipH="1">
                <a:off x="1563250" y="4984400"/>
                <a:ext cx="3137700" cy="1280400"/>
              </a:xfrm>
              <a:prstGeom prst="straightConnector1">
                <a:avLst/>
              </a:prstGeom>
              <a:noFill/>
              <a:ln w="9525" cap="flat" cmpd="sng">
                <a:solidFill>
                  <a:schemeClr val="dk2"/>
                </a:solidFill>
                <a:prstDash val="solid"/>
                <a:round/>
                <a:headEnd type="none" w="med" len="med"/>
                <a:tailEnd type="none" w="med" len="med"/>
              </a:ln>
            </p:spPr>
          </p:cxnSp>
          <p:cxnSp>
            <p:nvCxnSpPr>
              <p:cNvPr id="1436" name="Google Shape;1436;p23"/>
              <p:cNvCxnSpPr>
                <a:stCxn id="1418" idx="5"/>
                <a:endCxn id="1420" idx="2"/>
              </p:cNvCxnSpPr>
              <p:nvPr/>
            </p:nvCxnSpPr>
            <p:spPr>
              <a:xfrm flipH="1">
                <a:off x="3385130" y="4905359"/>
                <a:ext cx="1299600" cy="62100"/>
              </a:xfrm>
              <a:prstGeom prst="straightConnector1">
                <a:avLst/>
              </a:prstGeom>
              <a:noFill/>
              <a:ln w="9525" cap="flat" cmpd="sng">
                <a:solidFill>
                  <a:schemeClr val="dk2"/>
                </a:solidFill>
                <a:prstDash val="solid"/>
                <a:round/>
                <a:headEnd type="none" w="med" len="med"/>
                <a:tailEnd type="none" w="med" len="med"/>
              </a:ln>
            </p:spPr>
          </p:cxnSp>
          <p:cxnSp>
            <p:nvCxnSpPr>
              <p:cNvPr id="1437" name="Google Shape;1437;p23"/>
              <p:cNvCxnSpPr>
                <a:stCxn id="1415" idx="4"/>
                <a:endCxn id="1416" idx="7"/>
              </p:cNvCxnSpPr>
              <p:nvPr/>
            </p:nvCxnSpPr>
            <p:spPr>
              <a:xfrm rot="10800000">
                <a:off x="1767465" y="5292257"/>
                <a:ext cx="551400" cy="1588200"/>
              </a:xfrm>
              <a:prstGeom prst="straightConnector1">
                <a:avLst/>
              </a:prstGeom>
              <a:noFill/>
              <a:ln w="9525" cap="flat" cmpd="sng">
                <a:solidFill>
                  <a:schemeClr val="dk2"/>
                </a:solidFill>
                <a:prstDash val="solid"/>
                <a:round/>
                <a:headEnd type="none" w="med" len="med"/>
                <a:tailEnd type="none" w="med" len="med"/>
              </a:ln>
            </p:spPr>
          </p:cxnSp>
          <p:sp>
            <p:nvSpPr>
              <p:cNvPr id="1438" name="Google Shape;1438;p23"/>
              <p:cNvSpPr/>
              <p:nvPr/>
            </p:nvSpPr>
            <p:spPr>
              <a:xfrm rot="8752287">
                <a:off x="745374" y="4876732"/>
                <a:ext cx="130469" cy="130469"/>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39" name="Google Shape;1439;p23"/>
              <p:cNvCxnSpPr>
                <a:stCxn id="1421" idx="4"/>
                <a:endCxn id="1438" idx="7"/>
              </p:cNvCxnSpPr>
              <p:nvPr/>
            </p:nvCxnSpPr>
            <p:spPr>
              <a:xfrm rot="10800000">
                <a:off x="798320" y="5005916"/>
                <a:ext cx="690600" cy="1209900"/>
              </a:xfrm>
              <a:prstGeom prst="straightConnector1">
                <a:avLst/>
              </a:prstGeom>
              <a:noFill/>
              <a:ln w="9525" cap="flat" cmpd="sng">
                <a:solidFill>
                  <a:schemeClr val="dk2"/>
                </a:solidFill>
                <a:prstDash val="solid"/>
                <a:round/>
                <a:headEnd type="none" w="med" len="med"/>
                <a:tailEnd type="none" w="med" len="med"/>
              </a:ln>
            </p:spPr>
          </p:cxnSp>
          <p:cxnSp>
            <p:nvCxnSpPr>
              <p:cNvPr id="1440" name="Google Shape;1440;p23"/>
              <p:cNvCxnSpPr>
                <a:stCxn id="1438" idx="1"/>
                <a:endCxn id="1416" idx="5"/>
              </p:cNvCxnSpPr>
              <p:nvPr/>
            </p:nvCxnSpPr>
            <p:spPr>
              <a:xfrm>
                <a:off x="874673" y="4954270"/>
                <a:ext cx="734100" cy="102900"/>
              </a:xfrm>
              <a:prstGeom prst="straightConnector1">
                <a:avLst/>
              </a:prstGeom>
              <a:noFill/>
              <a:ln w="9525" cap="flat" cmpd="sng">
                <a:solidFill>
                  <a:schemeClr val="dk2"/>
                </a:solidFill>
                <a:prstDash val="solid"/>
                <a:round/>
                <a:headEnd type="none" w="med" len="med"/>
                <a:tailEnd type="none" w="med" len="med"/>
              </a:ln>
            </p:spPr>
          </p:cxnSp>
          <p:sp>
            <p:nvSpPr>
              <p:cNvPr id="1441" name="Google Shape;1441;p23"/>
              <p:cNvSpPr/>
              <p:nvPr/>
            </p:nvSpPr>
            <p:spPr>
              <a:xfrm rot="8759498">
                <a:off x="1785083" y="4514433"/>
                <a:ext cx="194703" cy="194703"/>
              </a:xfrm>
              <a:prstGeom prst="ellipse">
                <a:avLst/>
              </a:prstGeom>
              <a:solidFill>
                <a:srgbClr val="FFD96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42" name="Google Shape;1442;p23"/>
              <p:cNvCxnSpPr>
                <a:stCxn id="1438" idx="2"/>
                <a:endCxn id="1441" idx="5"/>
              </p:cNvCxnSpPr>
              <p:nvPr/>
            </p:nvCxnSpPr>
            <p:spPr>
              <a:xfrm rot="10800000" flipH="1">
                <a:off x="864609" y="4593367"/>
                <a:ext cx="922200" cy="312000"/>
              </a:xfrm>
              <a:prstGeom prst="straightConnector1">
                <a:avLst/>
              </a:prstGeom>
              <a:noFill/>
              <a:ln w="9525" cap="flat" cmpd="sng">
                <a:solidFill>
                  <a:schemeClr val="dk2"/>
                </a:solidFill>
                <a:prstDash val="solid"/>
                <a:round/>
                <a:headEnd type="none" w="med" len="med"/>
                <a:tailEnd type="none" w="med" len="med"/>
              </a:ln>
            </p:spPr>
          </p:cxnSp>
          <p:cxnSp>
            <p:nvCxnSpPr>
              <p:cNvPr id="1443" name="Google Shape;1443;p23"/>
              <p:cNvCxnSpPr>
                <a:stCxn id="1441" idx="1"/>
                <a:endCxn id="1420" idx="5"/>
              </p:cNvCxnSpPr>
              <p:nvPr/>
            </p:nvCxnSpPr>
            <p:spPr>
              <a:xfrm>
                <a:off x="1977999" y="4630346"/>
                <a:ext cx="1289100" cy="361500"/>
              </a:xfrm>
              <a:prstGeom prst="straightConnector1">
                <a:avLst/>
              </a:prstGeom>
              <a:noFill/>
              <a:ln w="9525" cap="flat" cmpd="sng">
                <a:solidFill>
                  <a:schemeClr val="dk2"/>
                </a:solidFill>
                <a:prstDash val="solid"/>
                <a:round/>
                <a:headEnd type="none" w="med" len="med"/>
                <a:tailEnd type="none" w="med" len="med"/>
              </a:ln>
            </p:spPr>
          </p:cxnSp>
          <p:cxnSp>
            <p:nvCxnSpPr>
              <p:cNvPr id="1444" name="Google Shape;1444;p23"/>
              <p:cNvCxnSpPr>
                <a:stCxn id="1441" idx="7"/>
                <a:endCxn id="1416" idx="3"/>
              </p:cNvCxnSpPr>
              <p:nvPr/>
            </p:nvCxnSpPr>
            <p:spPr>
              <a:xfrm flipH="1">
                <a:off x="1844072" y="4707350"/>
                <a:ext cx="19800" cy="191100"/>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1pPr>
            <a:lvl2pPr lvl="1"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2pPr>
            <a:lvl3pPr lvl="2"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3pPr>
            <a:lvl4pPr lvl="3"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4pPr>
            <a:lvl5pPr lvl="4"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5pPr>
            <a:lvl6pPr lvl="5"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6pPr>
            <a:lvl7pPr lvl="6"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7pPr>
            <a:lvl8pPr lvl="7"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8pPr>
            <a:lvl9pPr lvl="8"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marL="914400" lvl="1"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2pPr>
            <a:lvl3pPr marL="1371600" lvl="2"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3pPr>
            <a:lvl4pPr marL="1828800" lvl="3"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4pPr>
            <a:lvl5pPr marL="2286000" lvl="4"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5pPr>
            <a:lvl6pPr marL="2743200" lvl="5"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6pPr>
            <a:lvl7pPr marL="3200400" lvl="6"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7pPr>
            <a:lvl8pPr marL="3657600" lvl="7"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8pPr>
            <a:lvl9pPr marL="4114800" lvl="8"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8" r:id="rId3"/>
    <p:sldLayoutId id="2147483659" r:id="rId4"/>
    <p:sldLayoutId id="2147483668" r:id="rId5"/>
    <p:sldLayoutId id="2147483669"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4"/>
        <p:cNvGrpSpPr/>
        <p:nvPr/>
      </p:nvGrpSpPr>
      <p:grpSpPr>
        <a:xfrm>
          <a:off x="0" y="0"/>
          <a:ext cx="0" cy="0"/>
          <a:chOff x="0" y="0"/>
          <a:chExt cx="0" cy="0"/>
        </a:xfrm>
      </p:grpSpPr>
      <p:sp>
        <p:nvSpPr>
          <p:cNvPr id="1455" name="Google Shape;1455;p27"/>
          <p:cNvSpPr txBox="1">
            <a:spLocks noGrp="1"/>
          </p:cNvSpPr>
          <p:nvPr>
            <p:ph type="ctrTitle"/>
          </p:nvPr>
        </p:nvSpPr>
        <p:spPr>
          <a:xfrm>
            <a:off x="800325" y="1468875"/>
            <a:ext cx="7543800" cy="1730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800" dirty="0" smtClean="0"/>
              <a:t>Network Programming</a:t>
            </a:r>
            <a:br>
              <a:rPr lang="en-US" sz="4800" dirty="0" smtClean="0"/>
            </a:br>
            <a:r>
              <a:rPr lang="en-US" sz="3600" dirty="0" smtClean="0">
                <a:solidFill>
                  <a:schemeClr val="accent2">
                    <a:lumMod val="50000"/>
                  </a:schemeClr>
                </a:solidFill>
              </a:rPr>
              <a:t>Tutorial 1</a:t>
            </a:r>
            <a:endParaRPr dirty="0">
              <a:solidFill>
                <a:schemeClr val="accent2">
                  <a:lumMod val="50000"/>
                </a:schemeClr>
              </a:solidFill>
            </a:endParaRPr>
          </a:p>
        </p:txBody>
      </p:sp>
      <p:grpSp>
        <p:nvGrpSpPr>
          <p:cNvPr id="1457" name="Google Shape;1457;p27"/>
          <p:cNvGrpSpPr/>
          <p:nvPr/>
        </p:nvGrpSpPr>
        <p:grpSpPr>
          <a:xfrm>
            <a:off x="5381216" y="943141"/>
            <a:ext cx="401329" cy="434127"/>
            <a:chOff x="8667225" y="681525"/>
            <a:chExt cx="298275" cy="322675"/>
          </a:xfrm>
        </p:grpSpPr>
        <p:sp>
          <p:nvSpPr>
            <p:cNvPr id="1458" name="Google Shape;1458;p27"/>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59" name="Google Shape;1459;p27"/>
            <p:cNvSpPr/>
            <p:nvPr/>
          </p:nvSpPr>
          <p:spPr>
            <a:xfrm rot="10800000">
              <a:off x="8825400" y="681525"/>
              <a:ext cx="140100" cy="1401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60" name="Google Shape;1460;p27"/>
            <p:cNvSpPr/>
            <p:nvPr/>
          </p:nvSpPr>
          <p:spPr>
            <a:xfrm rot="10800000">
              <a:off x="8869800" y="952900"/>
              <a:ext cx="51300" cy="51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461" name="Google Shape;1461;p27"/>
          <p:cNvGrpSpPr/>
          <p:nvPr/>
        </p:nvGrpSpPr>
        <p:grpSpPr>
          <a:xfrm rot="-2214200">
            <a:off x="1270062" y="3832191"/>
            <a:ext cx="501360" cy="695474"/>
            <a:chOff x="140150" y="4340075"/>
            <a:chExt cx="406275" cy="563575"/>
          </a:xfrm>
        </p:grpSpPr>
        <p:sp>
          <p:nvSpPr>
            <p:cNvPr id="1462" name="Google Shape;1462;p27"/>
            <p:cNvSpPr/>
            <p:nvPr/>
          </p:nvSpPr>
          <p:spPr>
            <a:xfrm rot="10800000">
              <a:off x="140150" y="4340075"/>
              <a:ext cx="86700" cy="867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63" name="Google Shape;1463;p27"/>
            <p:cNvSpPr/>
            <p:nvPr/>
          </p:nvSpPr>
          <p:spPr>
            <a:xfrm rot="10800000">
              <a:off x="298325" y="465717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64" name="Google Shape;1464;p27"/>
            <p:cNvSpPr/>
            <p:nvPr/>
          </p:nvSpPr>
          <p:spPr>
            <a:xfrm rot="10800000">
              <a:off x="495125" y="4852350"/>
              <a:ext cx="51300" cy="51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65" name="Google Shape;1465;p27"/>
            <p:cNvSpPr/>
            <p:nvPr/>
          </p:nvSpPr>
          <p:spPr>
            <a:xfrm rot="10800000">
              <a:off x="165050" y="4657175"/>
              <a:ext cx="51300" cy="51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09"/>
        <p:cNvGrpSpPr/>
        <p:nvPr/>
      </p:nvGrpSpPr>
      <p:grpSpPr>
        <a:xfrm>
          <a:off x="0" y="0"/>
          <a:ext cx="0" cy="0"/>
          <a:chOff x="0" y="0"/>
          <a:chExt cx="0" cy="0"/>
        </a:xfrm>
      </p:grpSpPr>
      <p:sp>
        <p:nvSpPr>
          <p:cNvPr id="1811" name="Google Shape;1811;p44"/>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Socket and Process Communiaction</a:t>
            </a:r>
            <a:endParaRPr dirty="0"/>
          </a:p>
        </p:txBody>
      </p:sp>
      <p:sp>
        <p:nvSpPr>
          <p:cNvPr id="6" name="Freeform 63">
            <a:extLst>
              <a:ext uri="{FF2B5EF4-FFF2-40B4-BE49-F238E27FC236}">
                <a16:creationId xmlns:a16="http://schemas.microsoft.com/office/drawing/2014/main" id="{BA559707-4DD2-E6F3-6A1E-05010D87A320}"/>
              </a:ext>
            </a:extLst>
          </p:cNvPr>
          <p:cNvSpPr/>
          <p:nvPr/>
        </p:nvSpPr>
        <p:spPr>
          <a:xfrm flipH="1">
            <a:off x="5645364" y="1098338"/>
            <a:ext cx="1173649" cy="1187932"/>
          </a:xfrm>
          <a:custGeom>
            <a:avLst/>
            <a:gdLst/>
            <a:ahLst/>
            <a:cxnLst/>
            <a:rect l="l" t="t" r="r" b="b"/>
            <a:pathLst>
              <a:path w="2027779" h="2212488">
                <a:moveTo>
                  <a:pt x="2027779" y="0"/>
                </a:moveTo>
                <a:lnTo>
                  <a:pt x="0" y="0"/>
                </a:lnTo>
                <a:lnTo>
                  <a:pt x="0" y="2212488"/>
                </a:lnTo>
                <a:lnTo>
                  <a:pt x="2027779" y="2212488"/>
                </a:lnTo>
                <a:lnTo>
                  <a:pt x="2027779"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7" name="Freeform 62">
            <a:extLst>
              <a:ext uri="{FF2B5EF4-FFF2-40B4-BE49-F238E27FC236}">
                <a16:creationId xmlns:a16="http://schemas.microsoft.com/office/drawing/2014/main" id="{7B4BB8CF-9AB5-A248-3980-D22EB932B2E5}"/>
              </a:ext>
            </a:extLst>
          </p:cNvPr>
          <p:cNvSpPr/>
          <p:nvPr/>
        </p:nvSpPr>
        <p:spPr>
          <a:xfrm>
            <a:off x="2284904" y="1098338"/>
            <a:ext cx="1230929" cy="1159579"/>
          </a:xfrm>
          <a:custGeom>
            <a:avLst/>
            <a:gdLst/>
            <a:ahLst/>
            <a:cxnLst/>
            <a:rect l="l" t="t" r="r" b="b"/>
            <a:pathLst>
              <a:path w="2027779" h="2212488">
                <a:moveTo>
                  <a:pt x="0" y="0"/>
                </a:moveTo>
                <a:lnTo>
                  <a:pt x="2027780" y="0"/>
                </a:lnTo>
                <a:lnTo>
                  <a:pt x="2027780" y="2212488"/>
                </a:lnTo>
                <a:lnTo>
                  <a:pt x="0" y="2212488"/>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2" name="Rectangle 1"/>
          <p:cNvSpPr/>
          <p:nvPr/>
        </p:nvSpPr>
        <p:spPr>
          <a:xfrm>
            <a:off x="1857153" y="3973659"/>
            <a:ext cx="1885507" cy="340242"/>
          </a:xfrm>
          <a:prstGeom prst="rect">
            <a:avLst/>
          </a:prstGeom>
          <a:solidFill>
            <a:schemeClr val="accent3">
              <a:lumMod val="7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Link Layer</a:t>
            </a:r>
            <a:endParaRPr lang="en-US" dirty="0"/>
          </a:p>
        </p:txBody>
      </p:sp>
      <p:sp>
        <p:nvSpPr>
          <p:cNvPr id="10" name="Rectangle 9"/>
          <p:cNvSpPr/>
          <p:nvPr/>
        </p:nvSpPr>
        <p:spPr>
          <a:xfrm>
            <a:off x="1857153" y="3481017"/>
            <a:ext cx="1885507" cy="340242"/>
          </a:xfrm>
          <a:prstGeom prst="rect">
            <a:avLst/>
          </a:prstGeom>
          <a:solidFill>
            <a:schemeClr val="accent3">
              <a:lumMod val="60000"/>
              <a:lumOff val="40000"/>
            </a:schemeClr>
          </a:solidFill>
          <a:ln>
            <a:solidFill>
              <a:schemeClr val="accent3">
                <a:lumMod val="60000"/>
                <a:lumOff val="4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accent3">
                    <a:lumMod val="50000"/>
                  </a:schemeClr>
                </a:solidFill>
              </a:rPr>
              <a:t>Network Layer (IP)</a:t>
            </a:r>
            <a:endParaRPr lang="en-US" dirty="0">
              <a:solidFill>
                <a:schemeClr val="accent3">
                  <a:lumMod val="50000"/>
                </a:schemeClr>
              </a:solidFill>
            </a:endParaRPr>
          </a:p>
        </p:txBody>
      </p:sp>
      <p:sp>
        <p:nvSpPr>
          <p:cNvPr id="11" name="Rectangle 10"/>
          <p:cNvSpPr/>
          <p:nvPr/>
        </p:nvSpPr>
        <p:spPr>
          <a:xfrm>
            <a:off x="1857153" y="2988375"/>
            <a:ext cx="1885507" cy="340242"/>
          </a:xfrm>
          <a:prstGeom prst="rect">
            <a:avLst/>
          </a:prstGeom>
          <a:solidFill>
            <a:schemeClr val="accent3">
              <a:lumMod val="40000"/>
              <a:lumOff val="60000"/>
            </a:schemeClr>
          </a:solidFill>
          <a:ln>
            <a:solidFill>
              <a:schemeClr val="accent3">
                <a:lumMod val="40000"/>
                <a:lumOff val="6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accent3">
                    <a:lumMod val="50000"/>
                  </a:schemeClr>
                </a:solidFill>
              </a:rPr>
              <a:t>Transport Layer</a:t>
            </a:r>
            <a:endParaRPr lang="en-US" dirty="0">
              <a:solidFill>
                <a:schemeClr val="accent3">
                  <a:lumMod val="50000"/>
                </a:schemeClr>
              </a:solidFill>
            </a:endParaRPr>
          </a:p>
        </p:txBody>
      </p:sp>
      <p:sp>
        <p:nvSpPr>
          <p:cNvPr id="12" name="Rectangle 11"/>
          <p:cNvSpPr/>
          <p:nvPr/>
        </p:nvSpPr>
        <p:spPr>
          <a:xfrm>
            <a:off x="1857153" y="4466301"/>
            <a:ext cx="1885507" cy="340242"/>
          </a:xfrm>
          <a:prstGeom prst="rect">
            <a:avLst/>
          </a:prstGeom>
          <a:solidFill>
            <a:schemeClr val="accent3">
              <a:lumMod val="50000"/>
            </a:schemeClr>
          </a:solidFill>
          <a:ln>
            <a:solidFill>
              <a:schemeClr val="accent3">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Physical Layer</a:t>
            </a:r>
            <a:endParaRPr lang="en-US" dirty="0"/>
          </a:p>
        </p:txBody>
      </p:sp>
      <p:sp>
        <p:nvSpPr>
          <p:cNvPr id="13" name="Rectangle 12"/>
          <p:cNvSpPr/>
          <p:nvPr/>
        </p:nvSpPr>
        <p:spPr>
          <a:xfrm>
            <a:off x="1857153" y="2468008"/>
            <a:ext cx="1885507" cy="340242"/>
          </a:xfrm>
          <a:prstGeom prst="rect">
            <a:avLst/>
          </a:prstGeom>
          <a:solidFill>
            <a:schemeClr val="accent3">
              <a:lumMod val="20000"/>
              <a:lumOff val="80000"/>
            </a:schemeClr>
          </a:solidFill>
          <a:ln>
            <a:solidFill>
              <a:schemeClr val="accent3">
                <a:lumMod val="20000"/>
                <a:lumOff val="8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accent3">
                    <a:lumMod val="50000"/>
                  </a:schemeClr>
                </a:solidFill>
              </a:rPr>
              <a:t>Application Layer</a:t>
            </a:r>
            <a:endParaRPr lang="en-US" dirty="0">
              <a:solidFill>
                <a:schemeClr val="accent3">
                  <a:lumMod val="50000"/>
                </a:schemeClr>
              </a:solidFill>
            </a:endParaRPr>
          </a:p>
        </p:txBody>
      </p:sp>
      <p:sp>
        <p:nvSpPr>
          <p:cNvPr id="14" name="Rectangle 13"/>
          <p:cNvSpPr/>
          <p:nvPr/>
        </p:nvSpPr>
        <p:spPr>
          <a:xfrm>
            <a:off x="5248939" y="3973660"/>
            <a:ext cx="1885507" cy="340242"/>
          </a:xfrm>
          <a:prstGeom prst="rect">
            <a:avLst/>
          </a:prstGeom>
          <a:solidFill>
            <a:schemeClr val="accent3">
              <a:lumMod val="7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Link Layer</a:t>
            </a:r>
            <a:endParaRPr lang="en-US" dirty="0"/>
          </a:p>
        </p:txBody>
      </p:sp>
      <p:sp>
        <p:nvSpPr>
          <p:cNvPr id="15" name="Rectangle 14"/>
          <p:cNvSpPr/>
          <p:nvPr/>
        </p:nvSpPr>
        <p:spPr>
          <a:xfrm>
            <a:off x="5248939" y="3481018"/>
            <a:ext cx="1885507" cy="340242"/>
          </a:xfrm>
          <a:prstGeom prst="rect">
            <a:avLst/>
          </a:prstGeom>
          <a:solidFill>
            <a:schemeClr val="accent3">
              <a:lumMod val="60000"/>
              <a:lumOff val="40000"/>
            </a:schemeClr>
          </a:solidFill>
          <a:ln>
            <a:solidFill>
              <a:schemeClr val="accent3">
                <a:lumMod val="60000"/>
                <a:lumOff val="4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accent3">
                    <a:lumMod val="50000"/>
                  </a:schemeClr>
                </a:solidFill>
              </a:rPr>
              <a:t>Network Layer (IP)</a:t>
            </a:r>
            <a:endParaRPr lang="en-US" dirty="0">
              <a:solidFill>
                <a:schemeClr val="accent3">
                  <a:lumMod val="50000"/>
                </a:schemeClr>
              </a:solidFill>
            </a:endParaRPr>
          </a:p>
        </p:txBody>
      </p:sp>
      <p:sp>
        <p:nvSpPr>
          <p:cNvPr id="16" name="Rectangle 15"/>
          <p:cNvSpPr/>
          <p:nvPr/>
        </p:nvSpPr>
        <p:spPr>
          <a:xfrm>
            <a:off x="5248939" y="2988376"/>
            <a:ext cx="1885507" cy="340242"/>
          </a:xfrm>
          <a:prstGeom prst="rect">
            <a:avLst/>
          </a:prstGeom>
          <a:solidFill>
            <a:schemeClr val="accent3">
              <a:lumMod val="40000"/>
              <a:lumOff val="60000"/>
            </a:schemeClr>
          </a:solidFill>
          <a:ln>
            <a:solidFill>
              <a:schemeClr val="accent3">
                <a:lumMod val="40000"/>
                <a:lumOff val="6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accent3">
                    <a:lumMod val="50000"/>
                  </a:schemeClr>
                </a:solidFill>
              </a:rPr>
              <a:t>Transport Layer</a:t>
            </a:r>
            <a:endParaRPr lang="en-US" dirty="0">
              <a:solidFill>
                <a:schemeClr val="accent3">
                  <a:lumMod val="50000"/>
                </a:schemeClr>
              </a:solidFill>
            </a:endParaRPr>
          </a:p>
        </p:txBody>
      </p:sp>
      <p:sp>
        <p:nvSpPr>
          <p:cNvPr id="17" name="Rectangle 16"/>
          <p:cNvSpPr/>
          <p:nvPr/>
        </p:nvSpPr>
        <p:spPr>
          <a:xfrm>
            <a:off x="5248939" y="4466302"/>
            <a:ext cx="1885507" cy="340242"/>
          </a:xfrm>
          <a:prstGeom prst="rect">
            <a:avLst/>
          </a:prstGeom>
          <a:solidFill>
            <a:schemeClr val="accent3">
              <a:lumMod val="50000"/>
            </a:schemeClr>
          </a:solidFill>
          <a:ln>
            <a:solidFill>
              <a:schemeClr val="accent3">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Physical Layer</a:t>
            </a:r>
            <a:endParaRPr lang="en-US" dirty="0"/>
          </a:p>
        </p:txBody>
      </p:sp>
      <p:sp>
        <p:nvSpPr>
          <p:cNvPr id="18" name="Rectangle 17"/>
          <p:cNvSpPr/>
          <p:nvPr/>
        </p:nvSpPr>
        <p:spPr>
          <a:xfrm>
            <a:off x="5248939" y="2468009"/>
            <a:ext cx="1885507" cy="340242"/>
          </a:xfrm>
          <a:prstGeom prst="rect">
            <a:avLst/>
          </a:prstGeom>
          <a:solidFill>
            <a:schemeClr val="accent3">
              <a:lumMod val="20000"/>
              <a:lumOff val="80000"/>
            </a:schemeClr>
          </a:solidFill>
          <a:ln>
            <a:solidFill>
              <a:schemeClr val="accent3">
                <a:lumMod val="20000"/>
                <a:lumOff val="8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accent3">
                    <a:lumMod val="50000"/>
                  </a:schemeClr>
                </a:solidFill>
              </a:rPr>
              <a:t>Application Layer</a:t>
            </a:r>
            <a:endParaRPr lang="en-US" dirty="0">
              <a:solidFill>
                <a:schemeClr val="accent3">
                  <a:lumMod val="50000"/>
                </a:schemeClr>
              </a:solidFill>
            </a:endParaRPr>
          </a:p>
        </p:txBody>
      </p:sp>
      <p:sp>
        <p:nvSpPr>
          <p:cNvPr id="3" name="Oval 2"/>
          <p:cNvSpPr/>
          <p:nvPr/>
        </p:nvSpPr>
        <p:spPr>
          <a:xfrm>
            <a:off x="713224" y="2418390"/>
            <a:ext cx="1030515" cy="4665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smtClean="0">
                <a:solidFill>
                  <a:schemeClr val="bg1">
                    <a:lumMod val="25000"/>
                  </a:schemeClr>
                </a:solidFill>
              </a:rPr>
              <a:t>User</a:t>
            </a:r>
          </a:p>
          <a:p>
            <a:pPr algn="ctr"/>
            <a:r>
              <a:rPr lang="en-US" sz="1050" b="1" dirty="0" smtClean="0">
                <a:solidFill>
                  <a:schemeClr val="bg1">
                    <a:lumMod val="25000"/>
                  </a:schemeClr>
                </a:solidFill>
              </a:rPr>
              <a:t>Process</a:t>
            </a:r>
            <a:endParaRPr lang="en-US" sz="1050" b="1" dirty="0">
              <a:solidFill>
                <a:schemeClr val="bg1">
                  <a:lumMod val="25000"/>
                </a:schemeClr>
              </a:solidFill>
            </a:endParaRPr>
          </a:p>
        </p:txBody>
      </p:sp>
      <p:sp>
        <p:nvSpPr>
          <p:cNvPr id="20" name="Oval 19"/>
          <p:cNvSpPr/>
          <p:nvPr/>
        </p:nvSpPr>
        <p:spPr>
          <a:xfrm>
            <a:off x="7247860" y="2404841"/>
            <a:ext cx="1030515" cy="4665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smtClean="0">
                <a:solidFill>
                  <a:schemeClr val="bg1">
                    <a:lumMod val="25000"/>
                  </a:schemeClr>
                </a:solidFill>
              </a:rPr>
              <a:t>User</a:t>
            </a:r>
          </a:p>
          <a:p>
            <a:pPr algn="ctr"/>
            <a:r>
              <a:rPr lang="en-US" sz="1050" b="1" dirty="0" smtClean="0">
                <a:solidFill>
                  <a:schemeClr val="bg1">
                    <a:lumMod val="25000"/>
                  </a:schemeClr>
                </a:solidFill>
              </a:rPr>
              <a:t>Process</a:t>
            </a:r>
            <a:endParaRPr lang="en-US" sz="1050" b="1" dirty="0">
              <a:solidFill>
                <a:schemeClr val="bg1">
                  <a:lumMod val="25000"/>
                </a:schemeClr>
              </a:solidFill>
            </a:endParaRPr>
          </a:p>
        </p:txBody>
      </p:sp>
      <p:cxnSp>
        <p:nvCxnSpPr>
          <p:cNvPr id="9" name="Straight Arrow Connector 8"/>
          <p:cNvCxnSpPr>
            <a:stCxn id="13" idx="3"/>
            <a:endCxn id="18" idx="1"/>
          </p:cNvCxnSpPr>
          <p:nvPr/>
        </p:nvCxnSpPr>
        <p:spPr>
          <a:xfrm>
            <a:off x="3742660" y="2638129"/>
            <a:ext cx="1506279" cy="1"/>
          </a:xfrm>
          <a:prstGeom prst="straightConnector1">
            <a:avLst/>
          </a:prstGeom>
          <a:ln>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25" name="Straight Arrow Connector 24"/>
          <p:cNvCxnSpPr/>
          <p:nvPr/>
        </p:nvCxnSpPr>
        <p:spPr>
          <a:xfrm>
            <a:off x="3742659" y="3651137"/>
            <a:ext cx="1506279" cy="1"/>
          </a:xfrm>
          <a:prstGeom prst="straightConnector1">
            <a:avLst/>
          </a:prstGeom>
          <a:ln>
            <a:solidFill>
              <a:schemeClr val="accent2">
                <a:lumMod val="75000"/>
              </a:schemeClr>
            </a:solidFill>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26" name="Straight Arrow Connector 25"/>
          <p:cNvCxnSpPr/>
          <p:nvPr/>
        </p:nvCxnSpPr>
        <p:spPr>
          <a:xfrm>
            <a:off x="3737341" y="4636421"/>
            <a:ext cx="1506279" cy="1"/>
          </a:xfrm>
          <a:prstGeom prst="straightConnector1">
            <a:avLst/>
          </a:prstGeom>
          <a:ln>
            <a:solidFill>
              <a:srgbClr val="FF0000"/>
            </a:solidFill>
            <a:headEnd type="triangle"/>
            <a:tailEnd type="triangle"/>
          </a:ln>
        </p:spPr>
        <p:style>
          <a:lnRef idx="3">
            <a:schemeClr val="accent1"/>
          </a:lnRef>
          <a:fillRef idx="0">
            <a:schemeClr val="accent1"/>
          </a:fillRef>
          <a:effectRef idx="2">
            <a:schemeClr val="accent1"/>
          </a:effectRef>
          <a:fontRef idx="minor">
            <a:schemeClr val="tx1"/>
          </a:fontRef>
        </p:style>
      </p:cxnSp>
      <p:sp>
        <p:nvSpPr>
          <p:cNvPr id="19" name="TextBox 18"/>
          <p:cNvSpPr txBox="1"/>
          <p:nvPr/>
        </p:nvSpPr>
        <p:spPr>
          <a:xfrm>
            <a:off x="4072243" y="2340838"/>
            <a:ext cx="999461" cy="307777"/>
          </a:xfrm>
          <a:prstGeom prst="rect">
            <a:avLst/>
          </a:prstGeom>
          <a:noFill/>
        </p:spPr>
        <p:txBody>
          <a:bodyPr wrap="square" rtlCol="0">
            <a:spAutoFit/>
          </a:bodyPr>
          <a:lstStyle/>
          <a:p>
            <a:r>
              <a:rPr lang="en-US" b="1" dirty="0" smtClean="0">
                <a:solidFill>
                  <a:schemeClr val="bg1">
                    <a:lumMod val="25000"/>
                  </a:schemeClr>
                </a:solidFill>
              </a:rPr>
              <a:t>Internet</a:t>
            </a:r>
            <a:endParaRPr lang="en-US" b="1" dirty="0">
              <a:solidFill>
                <a:schemeClr val="bg1">
                  <a:lumMod val="25000"/>
                </a:schemeClr>
              </a:solidFill>
            </a:endParaRPr>
          </a:p>
        </p:txBody>
      </p:sp>
      <p:sp>
        <p:nvSpPr>
          <p:cNvPr id="30" name="TextBox 29"/>
          <p:cNvSpPr txBox="1"/>
          <p:nvPr/>
        </p:nvSpPr>
        <p:spPr>
          <a:xfrm>
            <a:off x="3993409" y="4322962"/>
            <a:ext cx="999461" cy="307777"/>
          </a:xfrm>
          <a:prstGeom prst="rect">
            <a:avLst/>
          </a:prstGeom>
          <a:noFill/>
        </p:spPr>
        <p:txBody>
          <a:bodyPr wrap="square" rtlCol="0">
            <a:spAutoFit/>
          </a:bodyPr>
          <a:lstStyle/>
          <a:p>
            <a:r>
              <a:rPr lang="en-US" b="1" dirty="0" smtClean="0">
                <a:solidFill>
                  <a:schemeClr val="tx2">
                    <a:lumMod val="50000"/>
                  </a:schemeClr>
                </a:solidFill>
              </a:rPr>
              <a:t>Networks</a:t>
            </a:r>
            <a:endParaRPr lang="en-US" b="1" dirty="0">
              <a:solidFill>
                <a:schemeClr val="tx2">
                  <a:lumMod val="50000"/>
                </a:schemeClr>
              </a:solidFill>
            </a:endParaRPr>
          </a:p>
        </p:txBody>
      </p:sp>
      <p:sp>
        <p:nvSpPr>
          <p:cNvPr id="21" name="Oval 20"/>
          <p:cNvSpPr/>
          <p:nvPr/>
        </p:nvSpPr>
        <p:spPr>
          <a:xfrm>
            <a:off x="3972140" y="1971047"/>
            <a:ext cx="1020730" cy="35024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smtClean="0">
                <a:solidFill>
                  <a:schemeClr val="bg1">
                    <a:lumMod val="25000"/>
                  </a:schemeClr>
                </a:solidFill>
              </a:rPr>
              <a:t>Socket</a:t>
            </a:r>
            <a:endParaRPr lang="en-US" sz="1000" b="1" dirty="0">
              <a:solidFill>
                <a:schemeClr val="bg1">
                  <a:lumMod val="25000"/>
                </a:schemeClr>
              </a:solidFill>
            </a:endParaRPr>
          </a:p>
        </p:txBody>
      </p:sp>
      <p:sp>
        <p:nvSpPr>
          <p:cNvPr id="31" name="TextBox 30"/>
          <p:cNvSpPr txBox="1"/>
          <p:nvPr/>
        </p:nvSpPr>
        <p:spPr>
          <a:xfrm>
            <a:off x="3430772" y="1087853"/>
            <a:ext cx="2214592" cy="600164"/>
          </a:xfrm>
          <a:prstGeom prst="rect">
            <a:avLst/>
          </a:prstGeom>
          <a:noFill/>
          <a:ln>
            <a:solidFill>
              <a:schemeClr val="accent1">
                <a:lumMod val="50000"/>
              </a:schemeClr>
            </a:solidFill>
          </a:ln>
        </p:spPr>
        <p:txBody>
          <a:bodyPr wrap="square" rtlCol="0">
            <a:spAutoFit/>
          </a:bodyPr>
          <a:lstStyle/>
          <a:p>
            <a:pPr algn="ctr"/>
            <a:r>
              <a:rPr lang="en-US" sz="1100" dirty="0" smtClean="0">
                <a:solidFill>
                  <a:schemeClr val="bg1">
                    <a:lumMod val="25000"/>
                  </a:schemeClr>
                </a:solidFill>
                <a:latin typeface="Gill Sans"/>
                <a:cs typeface="Gill Sans"/>
              </a:rPr>
              <a:t>The </a:t>
            </a:r>
            <a:r>
              <a:rPr lang="en-US" sz="1100" dirty="0">
                <a:solidFill>
                  <a:schemeClr val="bg1">
                    <a:lumMod val="25000"/>
                  </a:schemeClr>
                </a:solidFill>
                <a:latin typeface="Gill Sans"/>
                <a:cs typeface="Gill Sans"/>
              </a:rPr>
              <a:t>interface that the operating </a:t>
            </a:r>
            <a:r>
              <a:rPr lang="en-US" sz="1100" dirty="0" smtClean="0">
                <a:solidFill>
                  <a:schemeClr val="bg1">
                    <a:lumMod val="25000"/>
                  </a:schemeClr>
                </a:solidFill>
                <a:latin typeface="Gill Sans"/>
                <a:cs typeface="Gill Sans"/>
              </a:rPr>
              <a:t>system provides </a:t>
            </a:r>
            <a:r>
              <a:rPr lang="en-US" sz="1100" dirty="0">
                <a:solidFill>
                  <a:schemeClr val="bg1">
                    <a:lumMod val="25000"/>
                  </a:schemeClr>
                </a:solidFill>
                <a:latin typeface="Gill Sans"/>
                <a:cs typeface="Gill Sans"/>
              </a:rPr>
              <a:t>to its networking subsystem</a:t>
            </a:r>
            <a:endParaRPr lang="en-US" sz="1100" dirty="0">
              <a:solidFill>
                <a:schemeClr val="bg1">
                  <a:lumMod val="25000"/>
                </a:schemeClr>
              </a:solidFill>
            </a:endParaRPr>
          </a:p>
        </p:txBody>
      </p:sp>
    </p:spTree>
    <p:extLst>
      <p:ext uri="{BB962C8B-B14F-4D97-AF65-F5344CB8AC3E}">
        <p14:creationId xmlns:p14="http://schemas.microsoft.com/office/powerpoint/2010/main" val="3194734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1" presetClass="entr" presetSubtype="1"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wheel(1)">
                                      <p:cBhvr>
                                        <p:cTn id="47" dur="2000"/>
                                        <p:tgtEl>
                                          <p:spTgt spid="3"/>
                                        </p:tgtEl>
                                      </p:cBhvr>
                                    </p:animEffect>
                                  </p:childTnLst>
                                </p:cTn>
                              </p:par>
                              <p:par>
                                <p:cTn id="48" presetID="21" presetClass="entr" presetSubtype="1"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wheel(1)">
                                      <p:cBhvr>
                                        <p:cTn id="50" dur="2000"/>
                                        <p:tgtEl>
                                          <p:spTgt spid="20"/>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1000"/>
                                        <p:tgtEl>
                                          <p:spTgt spid="31"/>
                                        </p:tgtEl>
                                      </p:cBhvr>
                                    </p:animEffect>
                                    <p:anim calcmode="lin" valueType="num">
                                      <p:cBhvr>
                                        <p:cTn id="61" dur="1000" fill="hold"/>
                                        <p:tgtEl>
                                          <p:spTgt spid="31"/>
                                        </p:tgtEl>
                                        <p:attrNameLst>
                                          <p:attrName>ppt_x</p:attrName>
                                        </p:attrNameLst>
                                      </p:cBhvr>
                                      <p:tavLst>
                                        <p:tav tm="0">
                                          <p:val>
                                            <p:strVal val="#ppt_x"/>
                                          </p:val>
                                        </p:tav>
                                        <p:tav tm="100000">
                                          <p:val>
                                            <p:strVal val="#ppt_x"/>
                                          </p:val>
                                        </p:tav>
                                      </p:tavLst>
                                    </p:anim>
                                    <p:anim calcmode="lin" valueType="num">
                                      <p:cBhvr>
                                        <p:cTn id="62"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animBg="1"/>
      <p:bldP spid="11" grpId="0" animBg="1"/>
      <p:bldP spid="12" grpId="0" animBg="1"/>
      <p:bldP spid="13" grpId="0" animBg="1"/>
      <p:bldP spid="14" grpId="0" animBg="1"/>
      <p:bldP spid="15" grpId="0" animBg="1"/>
      <p:bldP spid="16" grpId="0" animBg="1"/>
      <p:bldP spid="17" grpId="0" animBg="1"/>
      <p:bldP spid="18" grpId="0" animBg="1"/>
      <p:bldP spid="3" grpId="0" animBg="1"/>
      <p:bldP spid="20" grpId="0" animBg="1"/>
      <p:bldP spid="19" grpId="0"/>
      <p:bldP spid="30" grpId="0"/>
      <p:bldP spid="21" grpId="0" animBg="1"/>
      <p:bldP spid="3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09"/>
        <p:cNvGrpSpPr/>
        <p:nvPr/>
      </p:nvGrpSpPr>
      <p:grpSpPr>
        <a:xfrm>
          <a:off x="0" y="0"/>
          <a:ext cx="0" cy="0"/>
          <a:chOff x="0" y="0"/>
          <a:chExt cx="0" cy="0"/>
        </a:xfrm>
      </p:grpSpPr>
      <p:sp>
        <p:nvSpPr>
          <p:cNvPr id="1811" name="Google Shape;1811;p44"/>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Socket: End point of Communication</a:t>
            </a:r>
            <a:endParaRPr dirty="0"/>
          </a:p>
        </p:txBody>
      </p:sp>
      <p:sp>
        <p:nvSpPr>
          <p:cNvPr id="6" name="Freeform 63">
            <a:extLst>
              <a:ext uri="{FF2B5EF4-FFF2-40B4-BE49-F238E27FC236}">
                <a16:creationId xmlns:a16="http://schemas.microsoft.com/office/drawing/2014/main" id="{BA559707-4DD2-E6F3-6A1E-05010D87A320}"/>
              </a:ext>
            </a:extLst>
          </p:cNvPr>
          <p:cNvSpPr/>
          <p:nvPr/>
        </p:nvSpPr>
        <p:spPr>
          <a:xfrm flipH="1">
            <a:off x="7339485" y="1155045"/>
            <a:ext cx="1173649" cy="1187932"/>
          </a:xfrm>
          <a:custGeom>
            <a:avLst/>
            <a:gdLst/>
            <a:ahLst/>
            <a:cxnLst/>
            <a:rect l="l" t="t" r="r" b="b"/>
            <a:pathLst>
              <a:path w="2027779" h="2212488">
                <a:moveTo>
                  <a:pt x="2027779" y="0"/>
                </a:moveTo>
                <a:lnTo>
                  <a:pt x="0" y="0"/>
                </a:lnTo>
                <a:lnTo>
                  <a:pt x="0" y="2212488"/>
                </a:lnTo>
                <a:lnTo>
                  <a:pt x="2027779" y="2212488"/>
                </a:lnTo>
                <a:lnTo>
                  <a:pt x="2027779"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7" name="Freeform 62">
            <a:extLst>
              <a:ext uri="{FF2B5EF4-FFF2-40B4-BE49-F238E27FC236}">
                <a16:creationId xmlns:a16="http://schemas.microsoft.com/office/drawing/2014/main" id="{7B4BB8CF-9AB5-A248-3980-D22EB932B2E5}"/>
              </a:ext>
            </a:extLst>
          </p:cNvPr>
          <p:cNvSpPr/>
          <p:nvPr/>
        </p:nvSpPr>
        <p:spPr>
          <a:xfrm>
            <a:off x="3979025" y="1155045"/>
            <a:ext cx="1230929" cy="1159579"/>
          </a:xfrm>
          <a:custGeom>
            <a:avLst/>
            <a:gdLst/>
            <a:ahLst/>
            <a:cxnLst/>
            <a:rect l="l" t="t" r="r" b="b"/>
            <a:pathLst>
              <a:path w="2027779" h="2212488">
                <a:moveTo>
                  <a:pt x="0" y="0"/>
                </a:moveTo>
                <a:lnTo>
                  <a:pt x="2027780" y="0"/>
                </a:lnTo>
                <a:lnTo>
                  <a:pt x="2027780" y="2212488"/>
                </a:lnTo>
                <a:lnTo>
                  <a:pt x="0" y="2212488"/>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21" name="Oval 20"/>
          <p:cNvSpPr/>
          <p:nvPr/>
        </p:nvSpPr>
        <p:spPr>
          <a:xfrm>
            <a:off x="5835238" y="1481950"/>
            <a:ext cx="1020730" cy="35024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smtClean="0">
                <a:solidFill>
                  <a:schemeClr val="bg1">
                    <a:lumMod val="25000"/>
                  </a:schemeClr>
                </a:solidFill>
              </a:rPr>
              <a:t>Socket</a:t>
            </a:r>
            <a:endParaRPr lang="en-US" sz="1000" b="1" dirty="0">
              <a:solidFill>
                <a:schemeClr val="bg1">
                  <a:lumMod val="25000"/>
                </a:schemeClr>
              </a:solidFill>
            </a:endParaRPr>
          </a:p>
        </p:txBody>
      </p:sp>
      <p:cxnSp>
        <p:nvCxnSpPr>
          <p:cNvPr id="5" name="Straight Arrow Connector 4"/>
          <p:cNvCxnSpPr/>
          <p:nvPr/>
        </p:nvCxnSpPr>
        <p:spPr>
          <a:xfrm>
            <a:off x="5514754" y="1977656"/>
            <a:ext cx="1552353" cy="7088"/>
          </a:xfrm>
          <a:prstGeom prst="straightConnector1">
            <a:avLst/>
          </a:prstGeom>
          <a:ln>
            <a:headEnd type="triangle"/>
            <a:tailEnd type="triangle"/>
          </a:ln>
        </p:spPr>
        <p:style>
          <a:lnRef idx="3">
            <a:schemeClr val="accent1"/>
          </a:lnRef>
          <a:fillRef idx="0">
            <a:schemeClr val="accent1"/>
          </a:fillRef>
          <a:effectRef idx="2">
            <a:schemeClr val="accent1"/>
          </a:effectRef>
          <a:fontRef idx="minor">
            <a:schemeClr val="tx1"/>
          </a:fontRef>
        </p:style>
      </p:cxnSp>
      <p:grpSp>
        <p:nvGrpSpPr>
          <p:cNvPr id="49" name="Google Shape;5385;p57"/>
          <p:cNvGrpSpPr/>
          <p:nvPr/>
        </p:nvGrpSpPr>
        <p:grpSpPr>
          <a:xfrm rot="5400000">
            <a:off x="3622157" y="2899149"/>
            <a:ext cx="1750823" cy="1212113"/>
            <a:chOff x="238127" y="1335476"/>
            <a:chExt cx="5167677" cy="3034178"/>
          </a:xfrm>
        </p:grpSpPr>
        <p:sp>
          <p:nvSpPr>
            <p:cNvPr id="50" name="Google Shape;5386;p57"/>
            <p:cNvSpPr/>
            <p:nvPr/>
          </p:nvSpPr>
          <p:spPr>
            <a:xfrm>
              <a:off x="3669985" y="1335476"/>
              <a:ext cx="1735819" cy="3034174"/>
            </a:xfrm>
            <a:custGeom>
              <a:avLst/>
              <a:gdLst/>
              <a:ahLst/>
              <a:cxnLst/>
              <a:rect l="l" t="t" r="r" b="b"/>
              <a:pathLst>
                <a:path w="79475" h="121367" extrusionOk="0">
                  <a:moveTo>
                    <a:pt x="1" y="0"/>
                  </a:moveTo>
                  <a:lnTo>
                    <a:pt x="1" y="38997"/>
                  </a:lnTo>
                  <a:cubicBezTo>
                    <a:pt x="588" y="44011"/>
                    <a:pt x="2425" y="48797"/>
                    <a:pt x="5360" y="52918"/>
                  </a:cubicBezTo>
                  <a:lnTo>
                    <a:pt x="9329" y="58469"/>
                  </a:lnTo>
                  <a:cubicBezTo>
                    <a:pt x="10541" y="59694"/>
                    <a:pt x="10541" y="61672"/>
                    <a:pt x="9329" y="62897"/>
                  </a:cubicBezTo>
                  <a:lnTo>
                    <a:pt x="5360" y="68448"/>
                  </a:lnTo>
                  <a:cubicBezTo>
                    <a:pt x="2425" y="72557"/>
                    <a:pt x="588" y="77355"/>
                    <a:pt x="1" y="82370"/>
                  </a:cubicBezTo>
                  <a:lnTo>
                    <a:pt x="1" y="121366"/>
                  </a:lnTo>
                  <a:lnTo>
                    <a:pt x="68743" y="121366"/>
                  </a:lnTo>
                  <a:lnTo>
                    <a:pt x="68743" y="85815"/>
                  </a:lnTo>
                  <a:cubicBezTo>
                    <a:pt x="68743" y="79588"/>
                    <a:pt x="70682" y="73514"/>
                    <a:pt x="74293" y="68448"/>
                  </a:cubicBezTo>
                  <a:lnTo>
                    <a:pt x="78249" y="62897"/>
                  </a:lnTo>
                  <a:cubicBezTo>
                    <a:pt x="79474" y="61672"/>
                    <a:pt x="79474" y="59694"/>
                    <a:pt x="78249" y="58469"/>
                  </a:cubicBezTo>
                  <a:lnTo>
                    <a:pt x="74293" y="52918"/>
                  </a:lnTo>
                  <a:cubicBezTo>
                    <a:pt x="70669" y="47840"/>
                    <a:pt x="68730" y="41778"/>
                    <a:pt x="68730" y="35551"/>
                  </a:cubicBezTo>
                  <a:lnTo>
                    <a:pt x="68730" y="0"/>
                  </a:lnTo>
                  <a:close/>
                </a:path>
              </a:pathLst>
            </a:custGeom>
            <a:solidFill>
              <a:schemeClr val="accent3">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387;p57"/>
            <p:cNvSpPr/>
            <p:nvPr/>
          </p:nvSpPr>
          <p:spPr>
            <a:xfrm>
              <a:off x="1956351" y="1335476"/>
              <a:ext cx="1713633" cy="3034174"/>
            </a:xfrm>
            <a:custGeom>
              <a:avLst/>
              <a:gdLst/>
              <a:ahLst/>
              <a:cxnLst/>
              <a:rect l="l" t="t" r="r" b="b"/>
              <a:pathLst>
                <a:path w="79398" h="121367" extrusionOk="0">
                  <a:moveTo>
                    <a:pt x="0" y="0"/>
                  </a:moveTo>
                  <a:lnTo>
                    <a:pt x="0" y="35551"/>
                  </a:lnTo>
                  <a:cubicBezTo>
                    <a:pt x="0" y="41778"/>
                    <a:pt x="1940" y="47852"/>
                    <a:pt x="5564" y="52918"/>
                  </a:cubicBezTo>
                  <a:lnTo>
                    <a:pt x="9520" y="58469"/>
                  </a:lnTo>
                  <a:cubicBezTo>
                    <a:pt x="10745" y="59694"/>
                    <a:pt x="10745" y="61672"/>
                    <a:pt x="9520" y="62897"/>
                  </a:cubicBezTo>
                  <a:lnTo>
                    <a:pt x="5564" y="68448"/>
                  </a:lnTo>
                  <a:cubicBezTo>
                    <a:pt x="1952" y="73514"/>
                    <a:pt x="0" y="79588"/>
                    <a:pt x="0" y="85815"/>
                  </a:cubicBezTo>
                  <a:lnTo>
                    <a:pt x="0" y="121366"/>
                  </a:lnTo>
                  <a:lnTo>
                    <a:pt x="68665" y="121366"/>
                  </a:lnTo>
                  <a:lnTo>
                    <a:pt x="68665" y="85815"/>
                  </a:lnTo>
                  <a:cubicBezTo>
                    <a:pt x="68665" y="79588"/>
                    <a:pt x="70605" y="73514"/>
                    <a:pt x="74216" y="68448"/>
                  </a:cubicBezTo>
                  <a:lnTo>
                    <a:pt x="78185" y="62897"/>
                  </a:lnTo>
                  <a:cubicBezTo>
                    <a:pt x="79397" y="61672"/>
                    <a:pt x="79397" y="59694"/>
                    <a:pt x="78185" y="58469"/>
                  </a:cubicBezTo>
                  <a:lnTo>
                    <a:pt x="74216" y="52918"/>
                  </a:lnTo>
                  <a:cubicBezTo>
                    <a:pt x="70605" y="47840"/>
                    <a:pt x="68665" y="41778"/>
                    <a:pt x="68665" y="35551"/>
                  </a:cubicBezTo>
                  <a:lnTo>
                    <a:pt x="68665" y="0"/>
                  </a:lnTo>
                  <a:close/>
                </a:path>
              </a:pathLst>
            </a:custGeom>
            <a:solidFill>
              <a:schemeClr val="accent3">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388;p57"/>
            <p:cNvSpPr/>
            <p:nvPr/>
          </p:nvSpPr>
          <p:spPr>
            <a:xfrm>
              <a:off x="238127" y="1335479"/>
              <a:ext cx="1718223" cy="3034175"/>
            </a:xfrm>
            <a:custGeom>
              <a:avLst/>
              <a:gdLst/>
              <a:ahLst/>
              <a:cxnLst/>
              <a:rect l="l" t="t" r="r" b="b"/>
              <a:pathLst>
                <a:path w="79474" h="121367" extrusionOk="0">
                  <a:moveTo>
                    <a:pt x="0" y="0"/>
                  </a:moveTo>
                  <a:lnTo>
                    <a:pt x="0" y="121366"/>
                  </a:lnTo>
                  <a:lnTo>
                    <a:pt x="68729" y="121366"/>
                  </a:lnTo>
                  <a:lnTo>
                    <a:pt x="68729" y="85815"/>
                  </a:lnTo>
                  <a:cubicBezTo>
                    <a:pt x="68729" y="79588"/>
                    <a:pt x="70669" y="73514"/>
                    <a:pt x="74293" y="68448"/>
                  </a:cubicBezTo>
                  <a:lnTo>
                    <a:pt x="78249" y="62897"/>
                  </a:lnTo>
                  <a:cubicBezTo>
                    <a:pt x="79474" y="61672"/>
                    <a:pt x="79474" y="59694"/>
                    <a:pt x="78249" y="58469"/>
                  </a:cubicBezTo>
                  <a:lnTo>
                    <a:pt x="74293" y="52918"/>
                  </a:lnTo>
                  <a:cubicBezTo>
                    <a:pt x="70669" y="47840"/>
                    <a:pt x="68729" y="41778"/>
                    <a:pt x="68729" y="35551"/>
                  </a:cubicBezTo>
                  <a:lnTo>
                    <a:pt x="68729" y="0"/>
                  </a:lnTo>
                  <a:close/>
                </a:path>
              </a:pathLst>
            </a:custGeom>
            <a:solidFill>
              <a:schemeClr val="accent3">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8" name="TextBox 7"/>
          <p:cNvSpPr txBox="1"/>
          <p:nvPr/>
        </p:nvSpPr>
        <p:spPr>
          <a:xfrm>
            <a:off x="3863770" y="2741318"/>
            <a:ext cx="1267593" cy="307777"/>
          </a:xfrm>
          <a:prstGeom prst="rect">
            <a:avLst/>
          </a:prstGeom>
          <a:noFill/>
        </p:spPr>
        <p:txBody>
          <a:bodyPr wrap="square" rtlCol="0">
            <a:spAutoFit/>
          </a:bodyPr>
          <a:lstStyle/>
          <a:p>
            <a:r>
              <a:rPr lang="en-US" dirty="0" smtClean="0">
                <a:solidFill>
                  <a:schemeClr val="bg1"/>
                </a:solidFill>
              </a:rPr>
              <a:t>User Process</a:t>
            </a:r>
            <a:endParaRPr lang="en-US" dirty="0">
              <a:solidFill>
                <a:schemeClr val="bg1"/>
              </a:solidFill>
            </a:endParaRPr>
          </a:p>
        </p:txBody>
      </p:sp>
      <p:sp>
        <p:nvSpPr>
          <p:cNvPr id="53" name="TextBox 52"/>
          <p:cNvSpPr txBox="1"/>
          <p:nvPr/>
        </p:nvSpPr>
        <p:spPr>
          <a:xfrm>
            <a:off x="4124811" y="3323458"/>
            <a:ext cx="745513" cy="307777"/>
          </a:xfrm>
          <a:prstGeom prst="rect">
            <a:avLst/>
          </a:prstGeom>
          <a:noFill/>
        </p:spPr>
        <p:txBody>
          <a:bodyPr wrap="square" rtlCol="0">
            <a:spAutoFit/>
          </a:bodyPr>
          <a:lstStyle/>
          <a:p>
            <a:r>
              <a:rPr lang="en-US" dirty="0" smtClean="0">
                <a:solidFill>
                  <a:schemeClr val="bg1"/>
                </a:solidFill>
              </a:rPr>
              <a:t>Socket</a:t>
            </a:r>
            <a:endParaRPr lang="en-US" dirty="0">
              <a:solidFill>
                <a:schemeClr val="bg1"/>
              </a:solidFill>
            </a:endParaRPr>
          </a:p>
        </p:txBody>
      </p:sp>
      <p:sp>
        <p:nvSpPr>
          <p:cNvPr id="54" name="TextBox 53"/>
          <p:cNvSpPr txBox="1"/>
          <p:nvPr/>
        </p:nvSpPr>
        <p:spPr>
          <a:xfrm>
            <a:off x="4239145" y="3918952"/>
            <a:ext cx="516844" cy="307777"/>
          </a:xfrm>
          <a:prstGeom prst="rect">
            <a:avLst/>
          </a:prstGeom>
          <a:noFill/>
        </p:spPr>
        <p:txBody>
          <a:bodyPr wrap="square" rtlCol="0">
            <a:spAutoFit/>
          </a:bodyPr>
          <a:lstStyle/>
          <a:p>
            <a:r>
              <a:rPr lang="en-US" dirty="0" smtClean="0">
                <a:solidFill>
                  <a:schemeClr val="bg1"/>
                </a:solidFill>
              </a:rPr>
              <a:t>OS</a:t>
            </a:r>
            <a:endParaRPr lang="en-US" dirty="0">
              <a:solidFill>
                <a:schemeClr val="bg1"/>
              </a:solidFill>
            </a:endParaRPr>
          </a:p>
        </p:txBody>
      </p:sp>
      <p:grpSp>
        <p:nvGrpSpPr>
          <p:cNvPr id="55" name="Google Shape;5385;p57"/>
          <p:cNvGrpSpPr/>
          <p:nvPr/>
        </p:nvGrpSpPr>
        <p:grpSpPr>
          <a:xfrm rot="5400000">
            <a:off x="7097872" y="2899149"/>
            <a:ext cx="1750823" cy="1212113"/>
            <a:chOff x="238127" y="1335476"/>
            <a:chExt cx="5167677" cy="3034178"/>
          </a:xfrm>
        </p:grpSpPr>
        <p:sp>
          <p:nvSpPr>
            <p:cNvPr id="56" name="Google Shape;5386;p57"/>
            <p:cNvSpPr/>
            <p:nvPr/>
          </p:nvSpPr>
          <p:spPr>
            <a:xfrm>
              <a:off x="3669985" y="1335476"/>
              <a:ext cx="1735819" cy="3034174"/>
            </a:xfrm>
            <a:custGeom>
              <a:avLst/>
              <a:gdLst/>
              <a:ahLst/>
              <a:cxnLst/>
              <a:rect l="l" t="t" r="r" b="b"/>
              <a:pathLst>
                <a:path w="79475" h="121367" extrusionOk="0">
                  <a:moveTo>
                    <a:pt x="1" y="0"/>
                  </a:moveTo>
                  <a:lnTo>
                    <a:pt x="1" y="38997"/>
                  </a:lnTo>
                  <a:cubicBezTo>
                    <a:pt x="588" y="44011"/>
                    <a:pt x="2425" y="48797"/>
                    <a:pt x="5360" y="52918"/>
                  </a:cubicBezTo>
                  <a:lnTo>
                    <a:pt x="9329" y="58469"/>
                  </a:lnTo>
                  <a:cubicBezTo>
                    <a:pt x="10541" y="59694"/>
                    <a:pt x="10541" y="61672"/>
                    <a:pt x="9329" y="62897"/>
                  </a:cubicBezTo>
                  <a:lnTo>
                    <a:pt x="5360" y="68448"/>
                  </a:lnTo>
                  <a:cubicBezTo>
                    <a:pt x="2425" y="72557"/>
                    <a:pt x="588" y="77355"/>
                    <a:pt x="1" y="82370"/>
                  </a:cubicBezTo>
                  <a:lnTo>
                    <a:pt x="1" y="121366"/>
                  </a:lnTo>
                  <a:lnTo>
                    <a:pt x="68743" y="121366"/>
                  </a:lnTo>
                  <a:lnTo>
                    <a:pt x="68743" y="85815"/>
                  </a:lnTo>
                  <a:cubicBezTo>
                    <a:pt x="68743" y="79588"/>
                    <a:pt x="70682" y="73514"/>
                    <a:pt x="74293" y="68448"/>
                  </a:cubicBezTo>
                  <a:lnTo>
                    <a:pt x="78249" y="62897"/>
                  </a:lnTo>
                  <a:cubicBezTo>
                    <a:pt x="79474" y="61672"/>
                    <a:pt x="79474" y="59694"/>
                    <a:pt x="78249" y="58469"/>
                  </a:cubicBezTo>
                  <a:lnTo>
                    <a:pt x="74293" y="52918"/>
                  </a:lnTo>
                  <a:cubicBezTo>
                    <a:pt x="70669" y="47840"/>
                    <a:pt x="68730" y="41778"/>
                    <a:pt x="68730" y="35551"/>
                  </a:cubicBezTo>
                  <a:lnTo>
                    <a:pt x="68730" y="0"/>
                  </a:lnTo>
                  <a:close/>
                </a:path>
              </a:pathLst>
            </a:custGeom>
            <a:solidFill>
              <a:schemeClr val="accent3">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387;p57"/>
            <p:cNvSpPr/>
            <p:nvPr/>
          </p:nvSpPr>
          <p:spPr>
            <a:xfrm>
              <a:off x="1956351" y="1335476"/>
              <a:ext cx="1713633" cy="3034174"/>
            </a:xfrm>
            <a:custGeom>
              <a:avLst/>
              <a:gdLst/>
              <a:ahLst/>
              <a:cxnLst/>
              <a:rect l="l" t="t" r="r" b="b"/>
              <a:pathLst>
                <a:path w="79398" h="121367" extrusionOk="0">
                  <a:moveTo>
                    <a:pt x="0" y="0"/>
                  </a:moveTo>
                  <a:lnTo>
                    <a:pt x="0" y="35551"/>
                  </a:lnTo>
                  <a:cubicBezTo>
                    <a:pt x="0" y="41778"/>
                    <a:pt x="1940" y="47852"/>
                    <a:pt x="5564" y="52918"/>
                  </a:cubicBezTo>
                  <a:lnTo>
                    <a:pt x="9520" y="58469"/>
                  </a:lnTo>
                  <a:cubicBezTo>
                    <a:pt x="10745" y="59694"/>
                    <a:pt x="10745" y="61672"/>
                    <a:pt x="9520" y="62897"/>
                  </a:cubicBezTo>
                  <a:lnTo>
                    <a:pt x="5564" y="68448"/>
                  </a:lnTo>
                  <a:cubicBezTo>
                    <a:pt x="1952" y="73514"/>
                    <a:pt x="0" y="79588"/>
                    <a:pt x="0" y="85815"/>
                  </a:cubicBezTo>
                  <a:lnTo>
                    <a:pt x="0" y="121366"/>
                  </a:lnTo>
                  <a:lnTo>
                    <a:pt x="68665" y="121366"/>
                  </a:lnTo>
                  <a:lnTo>
                    <a:pt x="68665" y="85815"/>
                  </a:lnTo>
                  <a:cubicBezTo>
                    <a:pt x="68665" y="79588"/>
                    <a:pt x="70605" y="73514"/>
                    <a:pt x="74216" y="68448"/>
                  </a:cubicBezTo>
                  <a:lnTo>
                    <a:pt x="78185" y="62897"/>
                  </a:lnTo>
                  <a:cubicBezTo>
                    <a:pt x="79397" y="61672"/>
                    <a:pt x="79397" y="59694"/>
                    <a:pt x="78185" y="58469"/>
                  </a:cubicBezTo>
                  <a:lnTo>
                    <a:pt x="74216" y="52918"/>
                  </a:lnTo>
                  <a:cubicBezTo>
                    <a:pt x="70605" y="47840"/>
                    <a:pt x="68665" y="41778"/>
                    <a:pt x="68665" y="35551"/>
                  </a:cubicBezTo>
                  <a:lnTo>
                    <a:pt x="68665" y="0"/>
                  </a:lnTo>
                  <a:close/>
                </a:path>
              </a:pathLst>
            </a:custGeom>
            <a:solidFill>
              <a:schemeClr val="accent3">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388;p57"/>
            <p:cNvSpPr/>
            <p:nvPr/>
          </p:nvSpPr>
          <p:spPr>
            <a:xfrm>
              <a:off x="238127" y="1335479"/>
              <a:ext cx="1718223" cy="3034175"/>
            </a:xfrm>
            <a:custGeom>
              <a:avLst/>
              <a:gdLst/>
              <a:ahLst/>
              <a:cxnLst/>
              <a:rect l="l" t="t" r="r" b="b"/>
              <a:pathLst>
                <a:path w="79474" h="121367" extrusionOk="0">
                  <a:moveTo>
                    <a:pt x="0" y="0"/>
                  </a:moveTo>
                  <a:lnTo>
                    <a:pt x="0" y="121366"/>
                  </a:lnTo>
                  <a:lnTo>
                    <a:pt x="68729" y="121366"/>
                  </a:lnTo>
                  <a:lnTo>
                    <a:pt x="68729" y="85815"/>
                  </a:lnTo>
                  <a:cubicBezTo>
                    <a:pt x="68729" y="79588"/>
                    <a:pt x="70669" y="73514"/>
                    <a:pt x="74293" y="68448"/>
                  </a:cubicBezTo>
                  <a:lnTo>
                    <a:pt x="78249" y="62897"/>
                  </a:lnTo>
                  <a:cubicBezTo>
                    <a:pt x="79474" y="61672"/>
                    <a:pt x="79474" y="59694"/>
                    <a:pt x="78249" y="58469"/>
                  </a:cubicBezTo>
                  <a:lnTo>
                    <a:pt x="74293" y="52918"/>
                  </a:lnTo>
                  <a:cubicBezTo>
                    <a:pt x="70669" y="47840"/>
                    <a:pt x="68729" y="41778"/>
                    <a:pt x="68729" y="35551"/>
                  </a:cubicBezTo>
                  <a:lnTo>
                    <a:pt x="68729" y="0"/>
                  </a:lnTo>
                  <a:close/>
                </a:path>
              </a:pathLst>
            </a:custGeom>
            <a:solidFill>
              <a:schemeClr val="accent3">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9" name="TextBox 58"/>
          <p:cNvSpPr txBox="1"/>
          <p:nvPr/>
        </p:nvSpPr>
        <p:spPr>
          <a:xfrm>
            <a:off x="7339485" y="2741318"/>
            <a:ext cx="1267593" cy="307777"/>
          </a:xfrm>
          <a:prstGeom prst="rect">
            <a:avLst/>
          </a:prstGeom>
          <a:noFill/>
        </p:spPr>
        <p:txBody>
          <a:bodyPr wrap="square" rtlCol="0">
            <a:spAutoFit/>
          </a:bodyPr>
          <a:lstStyle/>
          <a:p>
            <a:r>
              <a:rPr lang="en-US" dirty="0" smtClean="0">
                <a:solidFill>
                  <a:schemeClr val="bg1"/>
                </a:solidFill>
              </a:rPr>
              <a:t>User Process</a:t>
            </a:r>
            <a:endParaRPr lang="en-US" dirty="0">
              <a:solidFill>
                <a:schemeClr val="bg1"/>
              </a:solidFill>
            </a:endParaRPr>
          </a:p>
        </p:txBody>
      </p:sp>
      <p:sp>
        <p:nvSpPr>
          <p:cNvPr id="60" name="TextBox 59"/>
          <p:cNvSpPr txBox="1"/>
          <p:nvPr/>
        </p:nvSpPr>
        <p:spPr>
          <a:xfrm>
            <a:off x="7600526" y="3323458"/>
            <a:ext cx="745513" cy="307777"/>
          </a:xfrm>
          <a:prstGeom prst="rect">
            <a:avLst/>
          </a:prstGeom>
          <a:noFill/>
        </p:spPr>
        <p:txBody>
          <a:bodyPr wrap="square" rtlCol="0">
            <a:spAutoFit/>
          </a:bodyPr>
          <a:lstStyle/>
          <a:p>
            <a:r>
              <a:rPr lang="en-US" dirty="0" smtClean="0">
                <a:solidFill>
                  <a:schemeClr val="bg1"/>
                </a:solidFill>
              </a:rPr>
              <a:t>Socket</a:t>
            </a:r>
            <a:endParaRPr lang="en-US" dirty="0">
              <a:solidFill>
                <a:schemeClr val="bg1"/>
              </a:solidFill>
            </a:endParaRPr>
          </a:p>
        </p:txBody>
      </p:sp>
      <p:sp>
        <p:nvSpPr>
          <p:cNvPr id="61" name="TextBox 60"/>
          <p:cNvSpPr txBox="1"/>
          <p:nvPr/>
        </p:nvSpPr>
        <p:spPr>
          <a:xfrm>
            <a:off x="7714860" y="3918952"/>
            <a:ext cx="516844" cy="307777"/>
          </a:xfrm>
          <a:prstGeom prst="rect">
            <a:avLst/>
          </a:prstGeom>
          <a:noFill/>
        </p:spPr>
        <p:txBody>
          <a:bodyPr wrap="square" rtlCol="0">
            <a:spAutoFit/>
          </a:bodyPr>
          <a:lstStyle/>
          <a:p>
            <a:r>
              <a:rPr lang="en-US" dirty="0" smtClean="0">
                <a:solidFill>
                  <a:schemeClr val="bg1"/>
                </a:solidFill>
              </a:rPr>
              <a:t>OS</a:t>
            </a:r>
            <a:endParaRPr lang="en-US" dirty="0">
              <a:solidFill>
                <a:schemeClr val="bg1"/>
              </a:solidFill>
            </a:endParaRPr>
          </a:p>
        </p:txBody>
      </p:sp>
      <p:cxnSp>
        <p:nvCxnSpPr>
          <p:cNvPr id="62" name="Straight Arrow Connector 61"/>
          <p:cNvCxnSpPr/>
          <p:nvPr/>
        </p:nvCxnSpPr>
        <p:spPr>
          <a:xfrm>
            <a:off x="4497566" y="4414819"/>
            <a:ext cx="3475715" cy="14605"/>
          </a:xfrm>
          <a:prstGeom prst="straightConnector1">
            <a:avLst/>
          </a:prstGeom>
          <a:ln>
            <a:solidFill>
              <a:schemeClr val="accent3">
                <a:lumMod val="50000"/>
              </a:schemeClr>
            </a:solidFill>
            <a:headEnd type="triangle"/>
            <a:tailEnd type="triangle"/>
          </a:ln>
        </p:spPr>
        <p:style>
          <a:lnRef idx="3">
            <a:schemeClr val="accent1"/>
          </a:lnRef>
          <a:fillRef idx="0">
            <a:schemeClr val="accent1"/>
          </a:fillRef>
          <a:effectRef idx="2">
            <a:schemeClr val="accent1"/>
          </a:effectRef>
          <a:fontRef idx="minor">
            <a:schemeClr val="tx1"/>
          </a:fontRef>
        </p:style>
      </p:cxnSp>
      <p:sp>
        <p:nvSpPr>
          <p:cNvPr id="63" name="Cloud"/>
          <p:cNvSpPr>
            <a:spLocks noChangeAspect="1" noEditPoints="1" noChangeArrowheads="1"/>
          </p:cNvSpPr>
          <p:nvPr/>
        </p:nvSpPr>
        <p:spPr bwMode="auto">
          <a:xfrm>
            <a:off x="5487508" y="4159207"/>
            <a:ext cx="1527773" cy="442819"/>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1" y="8613"/>
                  <a:pt x="-1" y="10137"/>
                </a:cubicBezTo>
                <a:cubicBezTo>
                  <a:pt x="-1" y="11192"/>
                  <a:pt x="409" y="12169"/>
                  <a:pt x="1074" y="12702"/>
                </a:cubicBezTo>
                <a:lnTo>
                  <a:pt x="1063" y="12668"/>
                </a:lnTo>
                <a:cubicBezTo>
                  <a:pt x="685" y="13217"/>
                  <a:pt x="474" y="13940"/>
                  <a:pt x="474" y="14690"/>
                </a:cubicBezTo>
                <a:cubicBezTo>
                  <a:pt x="475" y="16325"/>
                  <a:pt x="1451" y="17650"/>
                  <a:pt x="2655" y="17650"/>
                </a:cubicBezTo>
                <a:cubicBezTo>
                  <a:pt x="2739" y="17650"/>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1"/>
                  <a:pt x="16758" y="-1"/>
                </a:cubicBezTo>
                <a:cubicBezTo>
                  <a:pt x="16044" y="-1"/>
                  <a:pt x="15367" y="426"/>
                  <a:pt x="14905" y="1165"/>
                </a:cubicBezTo>
                <a:lnTo>
                  <a:pt x="14909" y="1170"/>
                </a:lnTo>
                <a:cubicBezTo>
                  <a:pt x="14497" y="432"/>
                  <a:pt x="13855" y="-1"/>
                  <a:pt x="13174" y="-1"/>
                </a:cubicBezTo>
                <a:cubicBezTo>
                  <a:pt x="12347" y="-1"/>
                  <a:pt x="11590" y="637"/>
                  <a:pt x="11221" y="1645"/>
                </a:cubicBezTo>
                <a:lnTo>
                  <a:pt x="11229" y="1694"/>
                </a:lnTo>
                <a:cubicBezTo>
                  <a:pt x="10730" y="1024"/>
                  <a:pt x="10058" y="649"/>
                  <a:pt x="9358" y="649"/>
                </a:cubicBezTo>
                <a:cubicBezTo>
                  <a:pt x="8372" y="649"/>
                  <a:pt x="7466" y="1391"/>
                  <a:pt x="7003" y="2578"/>
                </a:cubicBezTo>
                <a:lnTo>
                  <a:pt x="6995" y="2602"/>
                </a:lnTo>
                <a:cubicBezTo>
                  <a:pt x="6477" y="2189"/>
                  <a:pt x="5888" y="1971"/>
                  <a:pt x="5288" y="1971"/>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1">
              <a:lumMod val="40000"/>
              <a:lumOff val="60000"/>
            </a:schemeClr>
          </a:solidFill>
          <a:ln w="9525">
            <a:solidFill>
              <a:srgbClr val="000000"/>
            </a:solidFill>
            <a:miter lim="800000"/>
            <a:headEnd/>
            <a:tailEnd/>
          </a:ln>
          <a:effectLst>
            <a:outerShdw blurRad="63500" dist="107763" dir="2700000" algn="ctr" rotWithShape="0">
              <a:srgbClr val="000000">
                <a:alpha val="74998"/>
              </a:srgbClr>
            </a:outerShdw>
          </a:effectLst>
        </p:spPr>
        <p:txBody>
          <a:bodyPr/>
          <a:lstStyle/>
          <a:p>
            <a:pPr>
              <a:defRPr/>
            </a:pPr>
            <a:endParaRPr lang="en-US">
              <a:latin typeface="Gill Sans"/>
              <a:cs typeface="Gill Sans"/>
            </a:endParaRPr>
          </a:p>
        </p:txBody>
      </p:sp>
      <p:sp>
        <p:nvSpPr>
          <p:cNvPr id="23" name="Rectangle 22"/>
          <p:cNvSpPr/>
          <p:nvPr/>
        </p:nvSpPr>
        <p:spPr>
          <a:xfrm>
            <a:off x="294078" y="1708756"/>
            <a:ext cx="3710648" cy="2363724"/>
          </a:xfrm>
          <a:prstGeom prst="rect">
            <a:avLst/>
          </a:prstGeom>
        </p:spPr>
        <p:txBody>
          <a:bodyPr wrap="square">
            <a:spAutoFit/>
          </a:bodyPr>
          <a:lstStyle/>
          <a:p>
            <a:pPr marL="285750" indent="-285750" eaLnBrk="1" hangingPunct="1">
              <a:lnSpc>
                <a:spcPct val="90000"/>
              </a:lnSpc>
              <a:buFont typeface="Arial" panose="020B0604020202020204" pitchFamily="34" charset="0"/>
              <a:buChar char="•"/>
            </a:pPr>
            <a:r>
              <a:rPr lang="en-US" sz="1600" dirty="0" smtClean="0">
                <a:solidFill>
                  <a:schemeClr val="accent3">
                    <a:lumMod val="50000"/>
                  </a:schemeClr>
                </a:solidFill>
                <a:latin typeface="Gill Sans"/>
                <a:ea typeface="ＭＳ Ｐゴシック" charset="0"/>
                <a:cs typeface="Gill Sans"/>
              </a:rPr>
              <a:t>Sending </a:t>
            </a:r>
            <a:r>
              <a:rPr lang="en-US" sz="1600" dirty="0">
                <a:solidFill>
                  <a:schemeClr val="accent3">
                    <a:lumMod val="50000"/>
                  </a:schemeClr>
                </a:solidFill>
                <a:latin typeface="Gill Sans"/>
                <a:ea typeface="ＭＳ Ｐゴシック" charset="0"/>
                <a:cs typeface="Gill Sans"/>
              </a:rPr>
              <a:t>message from one process to </a:t>
            </a:r>
            <a:r>
              <a:rPr lang="en-US" sz="1600" dirty="0" smtClean="0">
                <a:solidFill>
                  <a:schemeClr val="accent3">
                    <a:lumMod val="50000"/>
                  </a:schemeClr>
                </a:solidFill>
                <a:latin typeface="Gill Sans"/>
                <a:ea typeface="ＭＳ Ｐゴシック" charset="0"/>
                <a:cs typeface="Gill Sans"/>
              </a:rPr>
              <a:t>another</a:t>
            </a:r>
          </a:p>
          <a:p>
            <a:pPr eaLnBrk="1" hangingPunct="1">
              <a:lnSpc>
                <a:spcPct val="90000"/>
              </a:lnSpc>
            </a:pPr>
            <a:r>
              <a:rPr lang="en-US" sz="1200" dirty="0" smtClean="0">
                <a:latin typeface="Gill Sans"/>
                <a:ea typeface="ＭＳ Ｐゴシック" charset="0"/>
                <a:cs typeface="Gill Sans"/>
              </a:rPr>
              <a:t>Message </a:t>
            </a:r>
            <a:r>
              <a:rPr lang="en-US" sz="1200" dirty="0">
                <a:latin typeface="Gill Sans"/>
                <a:ea typeface="ＭＳ Ｐゴシック" charset="0"/>
                <a:cs typeface="Gill Sans"/>
              </a:rPr>
              <a:t>must traverse the underlying network(s</a:t>
            </a:r>
            <a:r>
              <a:rPr lang="en-US" sz="1200" dirty="0" smtClean="0">
                <a:latin typeface="Gill Sans"/>
                <a:ea typeface="ＭＳ Ｐゴシック" charset="0"/>
                <a:cs typeface="Gill Sans"/>
              </a:rPr>
              <a:t>)</a:t>
            </a:r>
          </a:p>
          <a:p>
            <a:pPr eaLnBrk="1" hangingPunct="1">
              <a:lnSpc>
                <a:spcPct val="90000"/>
              </a:lnSpc>
            </a:pPr>
            <a:endParaRPr lang="en-US" sz="1600" dirty="0">
              <a:latin typeface="Gill Sans"/>
              <a:ea typeface="ＭＳ Ｐゴシック" charset="0"/>
              <a:cs typeface="Gill Sans"/>
            </a:endParaRPr>
          </a:p>
          <a:p>
            <a:pPr marL="285750" indent="-285750" eaLnBrk="1" hangingPunct="1">
              <a:lnSpc>
                <a:spcPct val="90000"/>
              </a:lnSpc>
              <a:buFont typeface="Arial" panose="020B0604020202020204" pitchFamily="34" charset="0"/>
              <a:buChar char="•"/>
            </a:pPr>
            <a:r>
              <a:rPr lang="en-US" sz="1600" dirty="0">
                <a:solidFill>
                  <a:schemeClr val="accent3">
                    <a:lumMod val="50000"/>
                  </a:schemeClr>
                </a:solidFill>
                <a:latin typeface="Gill Sans"/>
                <a:ea typeface="ＭＳ Ｐゴシック" charset="0"/>
                <a:cs typeface="Gill Sans"/>
              </a:rPr>
              <a:t>Process sends and receives through a </a:t>
            </a:r>
            <a:r>
              <a:rPr lang="ja-JP" altLang="en-US" sz="1600" dirty="0">
                <a:solidFill>
                  <a:schemeClr val="accent3">
                    <a:lumMod val="50000"/>
                  </a:schemeClr>
                </a:solidFill>
                <a:latin typeface="Gill Sans"/>
                <a:ea typeface="ＭＳ Ｐゴシック" charset="0"/>
                <a:cs typeface="Gill Sans"/>
              </a:rPr>
              <a:t>“</a:t>
            </a:r>
            <a:r>
              <a:rPr lang="en-US" altLang="ja-JP" sz="1600" dirty="0">
                <a:solidFill>
                  <a:schemeClr val="accent3">
                    <a:lumMod val="50000"/>
                  </a:schemeClr>
                </a:solidFill>
                <a:latin typeface="Gill Sans"/>
                <a:ea typeface="ＭＳ Ｐゴシック" charset="0"/>
                <a:cs typeface="Gill Sans"/>
              </a:rPr>
              <a:t>socket</a:t>
            </a:r>
            <a:r>
              <a:rPr lang="ja-JP" altLang="en-US" sz="1600" dirty="0">
                <a:solidFill>
                  <a:schemeClr val="accent3">
                    <a:lumMod val="50000"/>
                  </a:schemeClr>
                </a:solidFill>
                <a:latin typeface="Gill Sans"/>
                <a:ea typeface="ＭＳ Ｐゴシック" charset="0"/>
                <a:cs typeface="Gill Sans"/>
              </a:rPr>
              <a:t>”</a:t>
            </a:r>
            <a:endParaRPr lang="en-US" altLang="ja-JP" sz="1600" dirty="0">
              <a:solidFill>
                <a:schemeClr val="accent3">
                  <a:lumMod val="50000"/>
                </a:schemeClr>
              </a:solidFill>
              <a:latin typeface="Gill Sans"/>
              <a:ea typeface="ＭＳ Ｐゴシック" charset="0"/>
              <a:cs typeface="Gill Sans"/>
            </a:endParaRPr>
          </a:p>
          <a:p>
            <a:pPr lvl="1" eaLnBrk="1" hangingPunct="1">
              <a:lnSpc>
                <a:spcPct val="90000"/>
              </a:lnSpc>
            </a:pPr>
            <a:r>
              <a:rPr lang="en-US" sz="1200" dirty="0">
                <a:latin typeface="Gill Sans"/>
                <a:ea typeface="ＭＳ Ｐゴシック" charset="0"/>
                <a:cs typeface="Gill Sans"/>
              </a:rPr>
              <a:t>Similar to reading and writing to a </a:t>
            </a:r>
            <a:r>
              <a:rPr lang="en-US" sz="1200" dirty="0" smtClean="0">
                <a:latin typeface="Gill Sans"/>
                <a:ea typeface="ＭＳ Ｐゴシック" charset="0"/>
                <a:cs typeface="Gill Sans"/>
              </a:rPr>
              <a:t>file</a:t>
            </a:r>
          </a:p>
          <a:p>
            <a:pPr lvl="1" eaLnBrk="1" hangingPunct="1">
              <a:lnSpc>
                <a:spcPct val="90000"/>
              </a:lnSpc>
            </a:pPr>
            <a:endParaRPr lang="en-US" sz="1600" dirty="0">
              <a:latin typeface="Gill Sans"/>
              <a:ea typeface="ＭＳ Ｐゴシック" charset="0"/>
              <a:cs typeface="Gill Sans"/>
            </a:endParaRPr>
          </a:p>
          <a:p>
            <a:pPr marL="285750" indent="-285750" eaLnBrk="1" hangingPunct="1">
              <a:lnSpc>
                <a:spcPct val="90000"/>
              </a:lnSpc>
              <a:buFont typeface="Arial" panose="020B0604020202020204" pitchFamily="34" charset="0"/>
              <a:buChar char="•"/>
            </a:pPr>
            <a:r>
              <a:rPr lang="en-US" sz="1600" dirty="0">
                <a:solidFill>
                  <a:schemeClr val="accent3">
                    <a:lumMod val="50000"/>
                  </a:schemeClr>
                </a:solidFill>
                <a:latin typeface="Gill Sans"/>
                <a:ea typeface="ＭＳ Ｐゴシック" charset="0"/>
                <a:cs typeface="Gill Sans"/>
              </a:rPr>
              <a:t>Socket as an Application Programming Interface</a:t>
            </a:r>
          </a:p>
          <a:p>
            <a:pPr lvl="1" eaLnBrk="1" hangingPunct="1">
              <a:lnSpc>
                <a:spcPct val="90000"/>
              </a:lnSpc>
            </a:pPr>
            <a:r>
              <a:rPr lang="en-US" sz="1200" dirty="0">
                <a:latin typeface="Gill Sans"/>
                <a:ea typeface="ＭＳ Ｐゴシック" charset="0"/>
                <a:cs typeface="Gill Sans"/>
              </a:rPr>
              <a:t>Supports the creation of network </a:t>
            </a:r>
            <a:r>
              <a:rPr lang="en-US" sz="1200" dirty="0" smtClean="0">
                <a:latin typeface="Gill Sans"/>
                <a:ea typeface="ＭＳ Ｐゴシック" charset="0"/>
                <a:cs typeface="Gill Sans"/>
              </a:rPr>
              <a:t>applications</a:t>
            </a:r>
            <a:endParaRPr lang="en-US" sz="1200" dirty="0">
              <a:latin typeface="Gill Sans"/>
              <a:ea typeface="ＭＳ Ｐゴシック" charset="0"/>
              <a:cs typeface="Gill Sans"/>
            </a:endParaRPr>
          </a:p>
        </p:txBody>
      </p:sp>
    </p:spTree>
    <p:extLst>
      <p:ext uri="{BB962C8B-B14F-4D97-AF65-F5344CB8AC3E}">
        <p14:creationId xmlns:p14="http://schemas.microsoft.com/office/powerpoint/2010/main" val="2238442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09"/>
        <p:cNvGrpSpPr/>
        <p:nvPr/>
      </p:nvGrpSpPr>
      <p:grpSpPr>
        <a:xfrm>
          <a:off x="0" y="0"/>
          <a:ext cx="0" cy="0"/>
          <a:chOff x="0" y="0"/>
          <a:chExt cx="0" cy="0"/>
        </a:xfrm>
      </p:grpSpPr>
      <p:sp>
        <p:nvSpPr>
          <p:cNvPr id="1811" name="Google Shape;1811;p44"/>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Type of Communication</a:t>
            </a:r>
            <a:endParaRPr dirty="0"/>
          </a:p>
        </p:txBody>
      </p:sp>
      <p:sp>
        <p:nvSpPr>
          <p:cNvPr id="24" name="Google Shape;1770;p42"/>
          <p:cNvSpPr txBox="1">
            <a:spLocks/>
          </p:cNvSpPr>
          <p:nvPr/>
        </p:nvSpPr>
        <p:spPr>
          <a:xfrm>
            <a:off x="1734125" y="1272714"/>
            <a:ext cx="5991900" cy="138753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1pPr>
            <a:lvl2pPr marR="0" lvl="1"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2pPr>
            <a:lvl3pPr marR="0" lvl="2"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3pPr>
            <a:lvl4pPr marR="0" lvl="3"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4pPr>
            <a:lvl5pPr marR="0" lvl="4"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5pPr>
            <a:lvl6pPr marR="0" lvl="5"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6pPr>
            <a:lvl7pPr marR="0" lvl="6"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7pPr>
            <a:lvl8pPr marR="0" lvl="7"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8pPr>
            <a:lvl9pPr marR="0" lvl="8"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9pPr>
          </a:lstStyle>
          <a:p>
            <a:pPr>
              <a:defRPr/>
            </a:pPr>
            <a:r>
              <a:rPr lang="en-US" sz="1600" dirty="0">
                <a:latin typeface="Gill Sans"/>
                <a:cs typeface="Gill Sans"/>
              </a:rPr>
              <a:t>Datagram socket (aka </a:t>
            </a:r>
            <a:r>
              <a:rPr lang="en-US" sz="1600" dirty="0">
                <a:solidFill>
                  <a:schemeClr val="accent1">
                    <a:lumMod val="75000"/>
                  </a:schemeClr>
                </a:solidFill>
                <a:latin typeface="Gill Sans"/>
                <a:cs typeface="Gill Sans"/>
              </a:rPr>
              <a:t>UDP</a:t>
            </a:r>
            <a:r>
              <a:rPr lang="en-US" sz="1600" dirty="0" smtClean="0">
                <a:latin typeface="Gill Sans"/>
                <a:cs typeface="Gill Sans"/>
              </a:rPr>
              <a:t>):</a:t>
            </a:r>
          </a:p>
          <a:p>
            <a:pPr>
              <a:defRPr/>
            </a:pPr>
            <a:endParaRPr lang="en-US" sz="1600" b="0" dirty="0">
              <a:solidFill>
                <a:srgbClr val="808080"/>
              </a:solidFill>
              <a:latin typeface="Gill Sans"/>
              <a:cs typeface="Gill Sans"/>
            </a:endParaRPr>
          </a:p>
          <a:p>
            <a:pPr marL="285750" lvl="1" indent="-285750">
              <a:buFont typeface="Wingdings" panose="05000000000000000000" pitchFamily="2" charset="2"/>
              <a:buChar char="§"/>
              <a:defRPr/>
            </a:pPr>
            <a:r>
              <a:rPr lang="en-US" sz="1600" b="0" dirty="0">
                <a:latin typeface="Gill Sans"/>
                <a:cs typeface="Gill Sans"/>
              </a:rPr>
              <a:t> Messages</a:t>
            </a:r>
          </a:p>
          <a:p>
            <a:pPr marL="285750" lvl="1" indent="-285750">
              <a:buFont typeface="Wingdings" panose="05000000000000000000" pitchFamily="2" charset="2"/>
              <a:buChar char="§"/>
              <a:defRPr/>
            </a:pPr>
            <a:r>
              <a:rPr lang="en-US" sz="1600" b="0" dirty="0">
                <a:latin typeface="Gill Sans"/>
                <a:cs typeface="Gill Sans"/>
              </a:rPr>
              <a:t> Best effort (no guarantee of delivery)</a:t>
            </a:r>
          </a:p>
          <a:p>
            <a:pPr marL="285750" lvl="1" indent="-285750">
              <a:buFont typeface="Wingdings" panose="05000000000000000000" pitchFamily="2" charset="2"/>
              <a:buChar char="§"/>
              <a:defRPr/>
            </a:pPr>
            <a:r>
              <a:rPr lang="en-US" sz="1600" b="0" dirty="0">
                <a:latin typeface="Gill Sans"/>
                <a:cs typeface="Gill Sans"/>
              </a:rPr>
              <a:t> Connectionless</a:t>
            </a:r>
          </a:p>
        </p:txBody>
      </p:sp>
      <p:sp>
        <p:nvSpPr>
          <p:cNvPr id="25" name="Google Shape;1771;p42"/>
          <p:cNvSpPr txBox="1">
            <a:spLocks/>
          </p:cNvSpPr>
          <p:nvPr/>
        </p:nvSpPr>
        <p:spPr>
          <a:xfrm>
            <a:off x="1734075" y="3136360"/>
            <a:ext cx="5991900" cy="117633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1pPr>
            <a:lvl2pPr marR="0" lvl="1"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2pPr>
            <a:lvl3pPr marR="0" lvl="2"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3pPr>
            <a:lvl4pPr marR="0" lvl="3"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4pPr>
            <a:lvl5pPr marR="0" lvl="4"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5pPr>
            <a:lvl6pPr marR="0" lvl="5"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6pPr>
            <a:lvl7pPr marR="0" lvl="6"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7pPr>
            <a:lvl8pPr marR="0" lvl="7"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8pPr>
            <a:lvl9pPr marR="0" lvl="8"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9pPr>
          </a:lstStyle>
          <a:p>
            <a:pPr>
              <a:defRPr/>
            </a:pPr>
            <a:r>
              <a:rPr lang="en-US" sz="1600" dirty="0">
                <a:latin typeface="Gill Sans"/>
                <a:cs typeface="Gill Sans"/>
              </a:rPr>
              <a:t>Stream socket (aka </a:t>
            </a:r>
            <a:r>
              <a:rPr lang="en-US" sz="1600" dirty="0" smtClean="0">
                <a:solidFill>
                  <a:schemeClr val="accent2">
                    <a:lumMod val="75000"/>
                  </a:schemeClr>
                </a:solidFill>
                <a:latin typeface="Gill Sans"/>
                <a:cs typeface="Gill Sans"/>
              </a:rPr>
              <a:t>TCP</a:t>
            </a:r>
            <a:r>
              <a:rPr lang="en-US" sz="1600" dirty="0" smtClean="0">
                <a:latin typeface="Gill Sans"/>
                <a:cs typeface="Gill Sans"/>
              </a:rPr>
              <a:t>):</a:t>
            </a:r>
          </a:p>
          <a:p>
            <a:pPr>
              <a:defRPr/>
            </a:pPr>
            <a:endParaRPr lang="en-US" sz="1600" dirty="0" smtClean="0">
              <a:latin typeface="Gill Sans"/>
              <a:cs typeface="Gill Sans"/>
            </a:endParaRPr>
          </a:p>
          <a:p>
            <a:pPr marL="285750" indent="-285750">
              <a:buFont typeface="Wingdings" panose="05000000000000000000" pitchFamily="2" charset="2"/>
              <a:buChar char="§"/>
              <a:defRPr/>
            </a:pPr>
            <a:r>
              <a:rPr lang="en-US" sz="1600" b="0" dirty="0" smtClean="0">
                <a:latin typeface="Gill Sans"/>
                <a:cs typeface="Gill Sans"/>
              </a:rPr>
              <a:t>Stream </a:t>
            </a:r>
            <a:r>
              <a:rPr lang="en-US" sz="1600" b="0" dirty="0">
                <a:latin typeface="Gill Sans"/>
                <a:cs typeface="Gill Sans"/>
              </a:rPr>
              <a:t>of </a:t>
            </a:r>
            <a:r>
              <a:rPr lang="en-US" sz="1600" b="0" dirty="0" smtClean="0">
                <a:latin typeface="Gill Sans"/>
                <a:cs typeface="Gill Sans"/>
              </a:rPr>
              <a:t>bytes</a:t>
            </a:r>
          </a:p>
          <a:p>
            <a:pPr marL="285750" indent="-285750">
              <a:buFont typeface="Wingdings" panose="05000000000000000000" pitchFamily="2" charset="2"/>
              <a:buChar char="§"/>
              <a:defRPr/>
            </a:pPr>
            <a:r>
              <a:rPr lang="en-US" sz="1600" b="0" dirty="0" smtClean="0">
                <a:latin typeface="Gill Sans"/>
                <a:cs typeface="Gill Sans"/>
              </a:rPr>
              <a:t>Reliable</a:t>
            </a:r>
          </a:p>
          <a:p>
            <a:pPr marL="285750" indent="-285750">
              <a:buFont typeface="Wingdings" panose="05000000000000000000" pitchFamily="2" charset="2"/>
              <a:buChar char="§"/>
              <a:defRPr/>
            </a:pPr>
            <a:r>
              <a:rPr lang="en-US" sz="1600" b="0" dirty="0" smtClean="0">
                <a:latin typeface="Gill Sans"/>
                <a:cs typeface="Gill Sans"/>
              </a:rPr>
              <a:t>Connection-oriented </a:t>
            </a:r>
            <a:r>
              <a:rPr lang="en-US" sz="1600" b="0" dirty="0">
                <a:latin typeface="Gill Sans"/>
                <a:cs typeface="Gill Sans"/>
              </a:rPr>
              <a:t>(need to establish connection first)</a:t>
            </a:r>
          </a:p>
        </p:txBody>
      </p:sp>
      <p:sp>
        <p:nvSpPr>
          <p:cNvPr id="26" name="Google Shape;1773;p42"/>
          <p:cNvSpPr/>
          <p:nvPr/>
        </p:nvSpPr>
        <p:spPr>
          <a:xfrm>
            <a:off x="931467" y="1679957"/>
            <a:ext cx="572700" cy="572700"/>
          </a:xfrm>
          <a:prstGeom prst="ellipse">
            <a:avLst/>
          </a:prstGeom>
          <a:solidFill>
            <a:schemeClr val="accent1"/>
          </a:solidFill>
          <a:ln>
            <a:noFill/>
          </a:ln>
        </p:spPr>
        <p:txBody>
          <a:bodyPr spcFirstLastPara="1" wrap="square" lIns="0" tIns="91425" rIns="0" bIns="91425" anchor="ctr" anchorCtr="0">
            <a:noAutofit/>
          </a:bodyPr>
          <a:lstStyle/>
          <a:p>
            <a:pPr marL="0" lvl="0" indent="0" algn="ctr" rtl="0">
              <a:spcBef>
                <a:spcPts val="0"/>
              </a:spcBef>
              <a:spcAft>
                <a:spcPts val="0"/>
              </a:spcAft>
              <a:buNone/>
            </a:pPr>
            <a:endParaRPr sz="2400">
              <a:solidFill>
                <a:schemeClr val="dk1"/>
              </a:solidFill>
              <a:latin typeface="Mulish"/>
              <a:ea typeface="Mulish"/>
              <a:cs typeface="Mulish"/>
              <a:sym typeface="Mulish"/>
            </a:endParaRPr>
          </a:p>
        </p:txBody>
      </p:sp>
      <p:sp>
        <p:nvSpPr>
          <p:cNvPr id="27" name="Google Shape;1774;p42"/>
          <p:cNvSpPr/>
          <p:nvPr/>
        </p:nvSpPr>
        <p:spPr>
          <a:xfrm>
            <a:off x="931467" y="3296409"/>
            <a:ext cx="572700" cy="572700"/>
          </a:xfrm>
          <a:prstGeom prst="ellipse">
            <a:avLst/>
          </a:prstGeom>
          <a:solidFill>
            <a:schemeClr val="accent2"/>
          </a:solidFill>
          <a:ln>
            <a:noFill/>
          </a:ln>
        </p:spPr>
        <p:txBody>
          <a:bodyPr spcFirstLastPara="1" wrap="square" lIns="0" tIns="91425" rIns="0" bIns="91425" anchor="ctr" anchorCtr="0">
            <a:noAutofit/>
          </a:bodyPr>
          <a:lstStyle/>
          <a:p>
            <a:pPr marL="0" lvl="0" indent="0" algn="ctr" rtl="0">
              <a:spcBef>
                <a:spcPts val="0"/>
              </a:spcBef>
              <a:spcAft>
                <a:spcPts val="0"/>
              </a:spcAft>
              <a:buNone/>
            </a:pPr>
            <a:endParaRPr sz="2400">
              <a:solidFill>
                <a:schemeClr val="dk1"/>
              </a:solidFill>
              <a:latin typeface="Mulish"/>
              <a:ea typeface="Mulish"/>
              <a:cs typeface="Mulish"/>
              <a:sym typeface="Mulish"/>
            </a:endParaRPr>
          </a:p>
        </p:txBody>
      </p:sp>
      <p:sp>
        <p:nvSpPr>
          <p:cNvPr id="28" name="Google Shape;1776;p42"/>
          <p:cNvSpPr txBox="1"/>
          <p:nvPr/>
        </p:nvSpPr>
        <p:spPr>
          <a:xfrm>
            <a:off x="900442" y="1798782"/>
            <a:ext cx="6348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dk1"/>
                </a:solidFill>
                <a:latin typeface="Albert Sans"/>
                <a:ea typeface="Albert Sans"/>
                <a:cs typeface="Albert Sans"/>
                <a:sym typeface="Albert Sans"/>
              </a:rPr>
              <a:t>1</a:t>
            </a:r>
            <a:endParaRPr>
              <a:solidFill>
                <a:schemeClr val="dk1"/>
              </a:solidFill>
              <a:latin typeface="Mulish"/>
              <a:ea typeface="Mulish"/>
              <a:cs typeface="Mulish"/>
              <a:sym typeface="Mulish"/>
            </a:endParaRPr>
          </a:p>
        </p:txBody>
      </p:sp>
      <p:sp>
        <p:nvSpPr>
          <p:cNvPr id="29" name="Google Shape;1777;p42"/>
          <p:cNvSpPr txBox="1"/>
          <p:nvPr/>
        </p:nvSpPr>
        <p:spPr>
          <a:xfrm>
            <a:off x="900442" y="3415059"/>
            <a:ext cx="6348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dk1"/>
                </a:solidFill>
                <a:latin typeface="Albert Sans"/>
                <a:ea typeface="Albert Sans"/>
                <a:cs typeface="Albert Sans"/>
                <a:sym typeface="Albert Sans"/>
              </a:rPr>
              <a:t>2</a:t>
            </a:r>
            <a:endParaRPr>
              <a:solidFill>
                <a:schemeClr val="dk1"/>
              </a:solidFill>
              <a:latin typeface="Mulish"/>
              <a:ea typeface="Mulish"/>
              <a:cs typeface="Mulish"/>
              <a:sym typeface="Mulish"/>
            </a:endParaRPr>
          </a:p>
        </p:txBody>
      </p:sp>
    </p:spTree>
    <p:extLst>
      <p:ext uri="{BB962C8B-B14F-4D97-AF65-F5344CB8AC3E}">
        <p14:creationId xmlns:p14="http://schemas.microsoft.com/office/powerpoint/2010/main" val="17517666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09"/>
        <p:cNvGrpSpPr/>
        <p:nvPr/>
      </p:nvGrpSpPr>
      <p:grpSpPr>
        <a:xfrm>
          <a:off x="0" y="0"/>
          <a:ext cx="0" cy="0"/>
          <a:chOff x="0" y="0"/>
          <a:chExt cx="0" cy="0"/>
        </a:xfrm>
      </p:grpSpPr>
      <p:sp>
        <p:nvSpPr>
          <p:cNvPr id="1811" name="Google Shape;1811;p44"/>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Socket Identification</a:t>
            </a:r>
            <a:endParaRPr dirty="0"/>
          </a:p>
        </p:txBody>
      </p:sp>
      <p:sp>
        <p:nvSpPr>
          <p:cNvPr id="24" name="Google Shape;1770;p42"/>
          <p:cNvSpPr txBox="1">
            <a:spLocks/>
          </p:cNvSpPr>
          <p:nvPr/>
        </p:nvSpPr>
        <p:spPr>
          <a:xfrm>
            <a:off x="1181233" y="1017725"/>
            <a:ext cx="5991900" cy="352611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1pPr>
            <a:lvl2pPr marR="0" lvl="1"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2pPr>
            <a:lvl3pPr marR="0" lvl="2"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3pPr>
            <a:lvl4pPr marR="0" lvl="3"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4pPr>
            <a:lvl5pPr marR="0" lvl="4"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5pPr>
            <a:lvl6pPr marR="0" lvl="5"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6pPr>
            <a:lvl7pPr marR="0" lvl="6"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7pPr>
            <a:lvl8pPr marR="0" lvl="7"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8pPr>
            <a:lvl9pPr marR="0" lvl="8"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9pPr>
          </a:lstStyle>
          <a:p>
            <a:pPr eaLnBrk="1" hangingPunct="1"/>
            <a:r>
              <a:rPr lang="en-US" sz="1600" dirty="0">
                <a:solidFill>
                  <a:schemeClr val="accent1">
                    <a:lumMod val="75000"/>
                  </a:schemeClr>
                </a:solidFill>
                <a:latin typeface="Gill Sans"/>
                <a:ea typeface="ＭＳ Ｐゴシック" charset="0"/>
                <a:cs typeface="Gill Sans"/>
              </a:rPr>
              <a:t>Type of </a:t>
            </a:r>
            <a:r>
              <a:rPr lang="en-US" sz="1600" dirty="0" smtClean="0">
                <a:solidFill>
                  <a:schemeClr val="accent1">
                    <a:lumMod val="75000"/>
                  </a:schemeClr>
                </a:solidFill>
                <a:latin typeface="Gill Sans"/>
                <a:ea typeface="ＭＳ Ｐゴシック" charset="0"/>
                <a:cs typeface="Gill Sans"/>
              </a:rPr>
              <a:t>protocol</a:t>
            </a:r>
          </a:p>
          <a:p>
            <a:pPr lvl="1" eaLnBrk="1" hangingPunct="1"/>
            <a:r>
              <a:rPr lang="en-US" sz="1400" b="0" dirty="0" smtClean="0">
                <a:latin typeface="Gill Sans"/>
                <a:ea typeface="ＭＳ Ｐゴシック" charset="0"/>
                <a:cs typeface="Gill Sans"/>
              </a:rPr>
              <a:t>- Stream</a:t>
            </a:r>
            <a:endParaRPr lang="en-US" sz="1400" b="0" dirty="0">
              <a:latin typeface="Gill Sans"/>
              <a:ea typeface="ＭＳ Ｐゴシック" charset="0"/>
              <a:cs typeface="Gill Sans"/>
            </a:endParaRPr>
          </a:p>
          <a:p>
            <a:pPr lvl="1" eaLnBrk="1" hangingPunct="1"/>
            <a:r>
              <a:rPr lang="en-US" sz="1400" b="0" dirty="0" smtClean="0">
                <a:latin typeface="Gill Sans"/>
                <a:ea typeface="ＭＳ Ｐゴシック" charset="0"/>
                <a:cs typeface="Gill Sans"/>
              </a:rPr>
              <a:t>- Datagram</a:t>
            </a:r>
            <a:endParaRPr lang="en-US" sz="1400" b="0" dirty="0">
              <a:latin typeface="Gill Sans"/>
              <a:ea typeface="ＭＳ Ｐゴシック" charset="0"/>
              <a:cs typeface="Gill Sans"/>
            </a:endParaRPr>
          </a:p>
          <a:p>
            <a:pPr lvl="1" eaLnBrk="1" hangingPunct="1"/>
            <a:endParaRPr lang="en-US" dirty="0">
              <a:latin typeface="Gill Sans"/>
              <a:ea typeface="ＭＳ Ｐゴシック" charset="0"/>
              <a:cs typeface="Gill Sans"/>
            </a:endParaRPr>
          </a:p>
          <a:p>
            <a:pPr eaLnBrk="1" hangingPunct="1"/>
            <a:r>
              <a:rPr lang="en-US" sz="1600" dirty="0">
                <a:solidFill>
                  <a:schemeClr val="accent2">
                    <a:lumMod val="75000"/>
                  </a:schemeClr>
                </a:solidFill>
                <a:latin typeface="Gill Sans"/>
                <a:ea typeface="ＭＳ Ｐゴシック" charset="0"/>
                <a:cs typeface="Gill Sans"/>
              </a:rPr>
              <a:t>Host </a:t>
            </a:r>
            <a:r>
              <a:rPr lang="en-US" sz="1600" dirty="0" smtClean="0">
                <a:solidFill>
                  <a:schemeClr val="accent2">
                    <a:lumMod val="75000"/>
                  </a:schemeClr>
                </a:solidFill>
                <a:latin typeface="Gill Sans"/>
                <a:ea typeface="ＭＳ Ｐゴシック" charset="0"/>
                <a:cs typeface="Gill Sans"/>
              </a:rPr>
              <a:t>identifier</a:t>
            </a:r>
          </a:p>
          <a:p>
            <a:pPr eaLnBrk="1" hangingPunct="1"/>
            <a:r>
              <a:rPr lang="en-US" sz="1400" b="0" dirty="0" smtClean="0">
                <a:latin typeface="Gill Sans"/>
                <a:ea typeface="ＭＳ Ｐゴシック" charset="0"/>
                <a:cs typeface="Gill Sans"/>
              </a:rPr>
              <a:t>- Typically</a:t>
            </a:r>
            <a:r>
              <a:rPr lang="en-US" sz="1400" b="0" dirty="0">
                <a:latin typeface="Gill Sans"/>
                <a:ea typeface="ＭＳ Ｐゴシック" charset="0"/>
                <a:cs typeface="Gill Sans"/>
              </a:rPr>
              <a:t>, an </a:t>
            </a:r>
            <a:r>
              <a:rPr lang="en-US" sz="1400" b="0" i="1" dirty="0">
                <a:latin typeface="Gill Sans"/>
                <a:ea typeface="ＭＳ Ｐゴシック" charset="0"/>
                <a:cs typeface="Gill Sans"/>
              </a:rPr>
              <a:t>IP address</a:t>
            </a:r>
            <a:endParaRPr lang="en-US" sz="1400" b="0" dirty="0">
              <a:latin typeface="Gill Sans"/>
              <a:ea typeface="ＭＳ Ｐゴシック" charset="0"/>
              <a:cs typeface="Gill Sans"/>
            </a:endParaRPr>
          </a:p>
          <a:p>
            <a:pPr lvl="1" eaLnBrk="1" hangingPunct="1"/>
            <a:r>
              <a:rPr lang="en-US" sz="1400" b="0" dirty="0" smtClean="0">
                <a:latin typeface="Gill Sans"/>
                <a:ea typeface="ＭＳ Ｐゴシック" charset="0"/>
                <a:cs typeface="Gill Sans"/>
              </a:rPr>
              <a:t>- An </a:t>
            </a:r>
            <a:r>
              <a:rPr lang="en-US" sz="1400" b="0" dirty="0">
                <a:latin typeface="Gill Sans"/>
                <a:ea typeface="ＭＳ Ｐゴシック" charset="0"/>
                <a:cs typeface="Gill Sans"/>
              </a:rPr>
              <a:t>Internet Protocol (version 4) address is a 32-bit unsigned integer</a:t>
            </a:r>
          </a:p>
          <a:p>
            <a:pPr lvl="1" eaLnBrk="1" hangingPunct="1"/>
            <a:endParaRPr lang="en-US" dirty="0">
              <a:latin typeface="Gill Sans"/>
              <a:ea typeface="ＭＳ Ｐゴシック" charset="0"/>
              <a:cs typeface="Gill Sans"/>
            </a:endParaRPr>
          </a:p>
          <a:p>
            <a:pPr eaLnBrk="1" hangingPunct="1"/>
            <a:r>
              <a:rPr lang="en-US" sz="1600" dirty="0">
                <a:solidFill>
                  <a:schemeClr val="accent3">
                    <a:lumMod val="75000"/>
                  </a:schemeClr>
                </a:solidFill>
                <a:latin typeface="Gill Sans"/>
                <a:ea typeface="ＭＳ Ｐゴシック" charset="0"/>
                <a:cs typeface="Gill Sans"/>
              </a:rPr>
              <a:t>Process identifier</a:t>
            </a:r>
          </a:p>
          <a:p>
            <a:pPr lvl="1" eaLnBrk="1" hangingPunct="1"/>
            <a:r>
              <a:rPr lang="en-US" sz="1400" b="0" dirty="0" smtClean="0">
                <a:latin typeface="Gill Sans"/>
                <a:ea typeface="ＭＳ Ｐゴシック" charset="0"/>
                <a:cs typeface="Gill Sans"/>
              </a:rPr>
              <a:t>- Host </a:t>
            </a:r>
            <a:r>
              <a:rPr lang="en-US" sz="1400" b="0" dirty="0">
                <a:latin typeface="Gill Sans"/>
                <a:ea typeface="ＭＳ Ｐゴシック" charset="0"/>
                <a:cs typeface="Gill Sans"/>
              </a:rPr>
              <a:t>usually runs different processes</a:t>
            </a:r>
          </a:p>
          <a:p>
            <a:pPr lvl="1" eaLnBrk="1" hangingPunct="1"/>
            <a:r>
              <a:rPr lang="en-US" sz="1400" b="0" dirty="0" smtClean="0">
                <a:latin typeface="Gill Sans"/>
                <a:ea typeface="ＭＳ Ｐゴシック" charset="0"/>
                <a:cs typeface="Gill Sans"/>
              </a:rPr>
              <a:t>- A </a:t>
            </a:r>
            <a:r>
              <a:rPr lang="en-US" sz="1400" b="0" i="1" dirty="0">
                <a:latin typeface="Gill Sans"/>
                <a:ea typeface="ＭＳ Ｐゴシック" charset="0"/>
                <a:cs typeface="Gill Sans"/>
              </a:rPr>
              <a:t>port number </a:t>
            </a:r>
            <a:r>
              <a:rPr lang="en-US" sz="1400" b="0" dirty="0">
                <a:latin typeface="Gill Sans"/>
                <a:ea typeface="ＭＳ Ｐゴシック" charset="0"/>
                <a:cs typeface="Gill Sans"/>
              </a:rPr>
              <a:t>uniquely identifies process</a:t>
            </a:r>
          </a:p>
          <a:p>
            <a:pPr lvl="1" eaLnBrk="1" hangingPunct="1"/>
            <a:r>
              <a:rPr lang="en-US" sz="1400" b="0" dirty="0" smtClean="0">
                <a:latin typeface="Gill Sans"/>
                <a:ea typeface="ＭＳ Ｐゴシック" charset="0"/>
                <a:cs typeface="Gill Sans"/>
              </a:rPr>
              <a:t>- A </a:t>
            </a:r>
            <a:r>
              <a:rPr lang="en-US" sz="1400" b="0" dirty="0">
                <a:latin typeface="Gill Sans"/>
                <a:ea typeface="ＭＳ Ｐゴシック" charset="0"/>
                <a:cs typeface="Gill Sans"/>
              </a:rPr>
              <a:t>port number is a 16-bit unsigned integer</a:t>
            </a:r>
          </a:p>
        </p:txBody>
      </p:sp>
      <p:sp>
        <p:nvSpPr>
          <p:cNvPr id="9" name="Google Shape;1773;p42"/>
          <p:cNvSpPr/>
          <p:nvPr/>
        </p:nvSpPr>
        <p:spPr>
          <a:xfrm>
            <a:off x="390503" y="1278262"/>
            <a:ext cx="621324" cy="587832"/>
          </a:xfrm>
          <a:prstGeom prst="ellipse">
            <a:avLst/>
          </a:prstGeom>
          <a:solidFill>
            <a:schemeClr val="accent1"/>
          </a:solidFill>
          <a:ln>
            <a:noFill/>
          </a:ln>
        </p:spPr>
        <p:txBody>
          <a:bodyPr spcFirstLastPara="1" wrap="square" lIns="0" tIns="91425" rIns="0" bIns="91425" anchor="ctr" anchorCtr="0">
            <a:noAutofit/>
          </a:bodyPr>
          <a:lstStyle/>
          <a:p>
            <a:pPr marL="0" lvl="0" indent="0" algn="ctr" rtl="0">
              <a:spcBef>
                <a:spcPts val="0"/>
              </a:spcBef>
              <a:spcAft>
                <a:spcPts val="0"/>
              </a:spcAft>
              <a:buNone/>
            </a:pPr>
            <a:endParaRPr sz="2400">
              <a:solidFill>
                <a:schemeClr val="dk1"/>
              </a:solidFill>
              <a:latin typeface="Mulish"/>
              <a:ea typeface="Mulish"/>
              <a:cs typeface="Mulish"/>
              <a:sym typeface="Mulish"/>
            </a:endParaRPr>
          </a:p>
        </p:txBody>
      </p:sp>
      <p:sp>
        <p:nvSpPr>
          <p:cNvPr id="10" name="Google Shape;1774;p42"/>
          <p:cNvSpPr/>
          <p:nvPr/>
        </p:nvSpPr>
        <p:spPr>
          <a:xfrm>
            <a:off x="426850" y="2375607"/>
            <a:ext cx="621324" cy="587832"/>
          </a:xfrm>
          <a:prstGeom prst="ellipse">
            <a:avLst/>
          </a:prstGeom>
          <a:solidFill>
            <a:schemeClr val="accent2"/>
          </a:solidFill>
          <a:ln>
            <a:noFill/>
          </a:ln>
        </p:spPr>
        <p:txBody>
          <a:bodyPr spcFirstLastPara="1" wrap="square" lIns="0" tIns="91425" rIns="0" bIns="91425" anchor="ctr" anchorCtr="0">
            <a:noAutofit/>
          </a:bodyPr>
          <a:lstStyle/>
          <a:p>
            <a:pPr marL="0" lvl="0" indent="0" algn="ctr" rtl="0">
              <a:spcBef>
                <a:spcPts val="0"/>
              </a:spcBef>
              <a:spcAft>
                <a:spcPts val="0"/>
              </a:spcAft>
              <a:buNone/>
            </a:pPr>
            <a:endParaRPr sz="2400">
              <a:solidFill>
                <a:schemeClr val="dk1"/>
              </a:solidFill>
              <a:latin typeface="Mulish"/>
              <a:ea typeface="Mulish"/>
              <a:cs typeface="Mulish"/>
              <a:sym typeface="Mulish"/>
            </a:endParaRPr>
          </a:p>
        </p:txBody>
      </p:sp>
      <p:sp>
        <p:nvSpPr>
          <p:cNvPr id="11" name="Google Shape;1775;p42"/>
          <p:cNvSpPr/>
          <p:nvPr/>
        </p:nvSpPr>
        <p:spPr>
          <a:xfrm>
            <a:off x="421528" y="3472952"/>
            <a:ext cx="621324" cy="587832"/>
          </a:xfrm>
          <a:prstGeom prst="ellipse">
            <a:avLst/>
          </a:prstGeom>
          <a:solidFill>
            <a:schemeClr val="accent3"/>
          </a:solidFill>
          <a:ln>
            <a:noFill/>
          </a:ln>
        </p:spPr>
        <p:txBody>
          <a:bodyPr spcFirstLastPara="1" wrap="square" lIns="0" tIns="91425" rIns="0" bIns="91425" anchor="ctr" anchorCtr="0">
            <a:noAutofit/>
          </a:bodyPr>
          <a:lstStyle/>
          <a:p>
            <a:pPr marL="0" lvl="0" indent="0" algn="ctr" rtl="0">
              <a:spcBef>
                <a:spcPts val="0"/>
              </a:spcBef>
              <a:spcAft>
                <a:spcPts val="0"/>
              </a:spcAft>
              <a:buNone/>
            </a:pPr>
            <a:endParaRPr sz="2400">
              <a:solidFill>
                <a:schemeClr val="dk1"/>
              </a:solidFill>
              <a:latin typeface="Mulish"/>
              <a:ea typeface="Mulish"/>
              <a:cs typeface="Mulish"/>
              <a:sym typeface="Mulish"/>
            </a:endParaRPr>
          </a:p>
        </p:txBody>
      </p:sp>
      <p:sp>
        <p:nvSpPr>
          <p:cNvPr id="12" name="Google Shape;1776;p42"/>
          <p:cNvSpPr txBox="1"/>
          <p:nvPr/>
        </p:nvSpPr>
        <p:spPr>
          <a:xfrm>
            <a:off x="359478" y="1397087"/>
            <a:ext cx="688696" cy="344262"/>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dk1"/>
                </a:solidFill>
                <a:latin typeface="Albert Sans"/>
                <a:ea typeface="Albert Sans"/>
                <a:cs typeface="Albert Sans"/>
                <a:sym typeface="Albert Sans"/>
              </a:rPr>
              <a:t>1</a:t>
            </a:r>
            <a:endParaRPr>
              <a:solidFill>
                <a:schemeClr val="dk1"/>
              </a:solidFill>
              <a:latin typeface="Mulish"/>
              <a:ea typeface="Mulish"/>
              <a:cs typeface="Mulish"/>
              <a:sym typeface="Mulish"/>
            </a:endParaRPr>
          </a:p>
        </p:txBody>
      </p:sp>
      <p:sp>
        <p:nvSpPr>
          <p:cNvPr id="13" name="Google Shape;1777;p42"/>
          <p:cNvSpPr txBox="1"/>
          <p:nvPr/>
        </p:nvSpPr>
        <p:spPr>
          <a:xfrm>
            <a:off x="395825" y="2494257"/>
            <a:ext cx="688696" cy="344262"/>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dk1"/>
                </a:solidFill>
                <a:latin typeface="Albert Sans"/>
                <a:ea typeface="Albert Sans"/>
                <a:cs typeface="Albert Sans"/>
                <a:sym typeface="Albert Sans"/>
              </a:rPr>
              <a:t>2</a:t>
            </a:r>
            <a:endParaRPr>
              <a:solidFill>
                <a:schemeClr val="dk1"/>
              </a:solidFill>
              <a:latin typeface="Mulish"/>
              <a:ea typeface="Mulish"/>
              <a:cs typeface="Mulish"/>
              <a:sym typeface="Mulish"/>
            </a:endParaRPr>
          </a:p>
        </p:txBody>
      </p:sp>
      <p:sp>
        <p:nvSpPr>
          <p:cNvPr id="14" name="Google Shape;1778;p42"/>
          <p:cNvSpPr txBox="1"/>
          <p:nvPr/>
        </p:nvSpPr>
        <p:spPr>
          <a:xfrm>
            <a:off x="390503" y="3591427"/>
            <a:ext cx="688696" cy="344262"/>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dk1"/>
                </a:solidFill>
                <a:latin typeface="Albert Sans"/>
                <a:ea typeface="Albert Sans"/>
                <a:cs typeface="Albert Sans"/>
                <a:sym typeface="Albert Sans"/>
              </a:rPr>
              <a:t>3</a:t>
            </a:r>
            <a:endParaRPr>
              <a:solidFill>
                <a:schemeClr val="dk1"/>
              </a:solidFill>
              <a:latin typeface="Mulish"/>
              <a:ea typeface="Mulish"/>
              <a:cs typeface="Mulish"/>
              <a:sym typeface="Mulish"/>
            </a:endParaRPr>
          </a:p>
        </p:txBody>
      </p:sp>
    </p:spTree>
    <p:extLst>
      <p:ext uri="{BB962C8B-B14F-4D97-AF65-F5344CB8AC3E}">
        <p14:creationId xmlns:p14="http://schemas.microsoft.com/office/powerpoint/2010/main" val="33790482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9"/>
        <p:cNvGrpSpPr/>
        <p:nvPr/>
      </p:nvGrpSpPr>
      <p:grpSpPr>
        <a:xfrm>
          <a:off x="0" y="0"/>
          <a:ext cx="0" cy="0"/>
          <a:chOff x="0" y="0"/>
          <a:chExt cx="0" cy="0"/>
        </a:xfrm>
      </p:grpSpPr>
      <p:sp>
        <p:nvSpPr>
          <p:cNvPr id="1811" name="Google Shape;1811;p44"/>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Client and Server Processes</a:t>
            </a:r>
            <a:endParaRPr dirty="0"/>
          </a:p>
        </p:txBody>
      </p:sp>
      <p:sp>
        <p:nvSpPr>
          <p:cNvPr id="2" name="AutoShape 2" descr="Client-server Application - OOS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Client-server Application - OOS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4" name="Picture 6" descr="Client-server Application - OOS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2463" y="1222867"/>
            <a:ext cx="5899023" cy="238862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713225" y="3816629"/>
            <a:ext cx="3402788" cy="535531"/>
          </a:xfrm>
          <a:prstGeom prst="rect">
            <a:avLst/>
          </a:prstGeom>
        </p:spPr>
        <p:txBody>
          <a:bodyPr wrap="square">
            <a:spAutoFit/>
          </a:bodyPr>
          <a:lstStyle/>
          <a:p>
            <a:pPr algn="ctr" eaLnBrk="1" hangingPunct="1">
              <a:lnSpc>
                <a:spcPct val="90000"/>
              </a:lnSpc>
              <a:defRPr/>
            </a:pPr>
            <a:r>
              <a:rPr lang="en-US" sz="1600" b="1" dirty="0">
                <a:solidFill>
                  <a:schemeClr val="accent3">
                    <a:lumMod val="50000"/>
                  </a:schemeClr>
                </a:solidFill>
                <a:latin typeface="Gill Sans"/>
                <a:ea typeface="ＭＳ Ｐゴシック" charset="0"/>
                <a:cs typeface="Gill Sans"/>
              </a:rPr>
              <a:t>Client </a:t>
            </a:r>
            <a:r>
              <a:rPr lang="en-US" sz="1600" b="1" dirty="0" smtClean="0">
                <a:solidFill>
                  <a:schemeClr val="accent3">
                    <a:lumMod val="50000"/>
                  </a:schemeClr>
                </a:solidFill>
                <a:latin typeface="Gill Sans"/>
                <a:ea typeface="ＭＳ Ｐゴシック" charset="0"/>
                <a:cs typeface="Gill Sans"/>
              </a:rPr>
              <a:t>process </a:t>
            </a:r>
            <a:r>
              <a:rPr lang="en-US" sz="1600" dirty="0" smtClean="0">
                <a:solidFill>
                  <a:schemeClr val="accent3">
                    <a:lumMod val="50000"/>
                  </a:schemeClr>
                </a:solidFill>
                <a:latin typeface="Gill Sans"/>
                <a:ea typeface="ＭＳ Ｐゴシック" charset="0"/>
                <a:cs typeface="Gill Sans"/>
              </a:rPr>
              <a:t>initiates </a:t>
            </a:r>
            <a:r>
              <a:rPr lang="en-US" sz="1600" dirty="0">
                <a:solidFill>
                  <a:schemeClr val="accent3">
                    <a:lumMod val="50000"/>
                  </a:schemeClr>
                </a:solidFill>
                <a:latin typeface="Gill Sans"/>
                <a:ea typeface="ＭＳ Ｐゴシック" charset="0"/>
                <a:cs typeface="Gill Sans"/>
              </a:rPr>
              <a:t>communication</a:t>
            </a:r>
          </a:p>
        </p:txBody>
      </p:sp>
      <p:sp>
        <p:nvSpPr>
          <p:cNvPr id="15" name="Rectangle 14"/>
          <p:cNvSpPr/>
          <p:nvPr/>
        </p:nvSpPr>
        <p:spPr>
          <a:xfrm>
            <a:off x="4978686" y="3812625"/>
            <a:ext cx="3452039" cy="535531"/>
          </a:xfrm>
          <a:prstGeom prst="rect">
            <a:avLst/>
          </a:prstGeom>
        </p:spPr>
        <p:txBody>
          <a:bodyPr wrap="square">
            <a:spAutoFit/>
          </a:bodyPr>
          <a:lstStyle/>
          <a:p>
            <a:pPr algn="ctr" eaLnBrk="1" hangingPunct="1">
              <a:lnSpc>
                <a:spcPct val="90000"/>
              </a:lnSpc>
              <a:defRPr/>
            </a:pPr>
            <a:r>
              <a:rPr lang="en-US" sz="1600" b="1" dirty="0" smtClean="0">
                <a:solidFill>
                  <a:schemeClr val="accent3">
                    <a:lumMod val="50000"/>
                  </a:schemeClr>
                </a:solidFill>
                <a:latin typeface="Gill Sans"/>
                <a:ea typeface="ＭＳ Ｐゴシック" charset="0"/>
                <a:cs typeface="Gill Sans"/>
              </a:rPr>
              <a:t>Server process </a:t>
            </a:r>
            <a:r>
              <a:rPr lang="en-US" sz="1600" dirty="0" smtClean="0">
                <a:solidFill>
                  <a:schemeClr val="accent3">
                    <a:lumMod val="50000"/>
                  </a:schemeClr>
                </a:solidFill>
                <a:latin typeface="Gill Sans"/>
                <a:ea typeface="ＭＳ Ｐゴシック" charset="0"/>
                <a:cs typeface="Gill Sans"/>
              </a:rPr>
              <a:t>waits to be contacted</a:t>
            </a:r>
            <a:endParaRPr lang="en-US" sz="1600" dirty="0">
              <a:solidFill>
                <a:schemeClr val="accent3">
                  <a:lumMod val="50000"/>
                </a:schemeClr>
              </a:solidFill>
              <a:latin typeface="Gill Sans"/>
              <a:ea typeface="ＭＳ Ｐゴシック" charset="0"/>
              <a:cs typeface="Gill Sans"/>
            </a:endParaRPr>
          </a:p>
        </p:txBody>
      </p:sp>
    </p:spTree>
    <p:extLst>
      <p:ext uri="{BB962C8B-B14F-4D97-AF65-F5344CB8AC3E}">
        <p14:creationId xmlns:p14="http://schemas.microsoft.com/office/powerpoint/2010/main" val="4002289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09"/>
        <p:cNvGrpSpPr/>
        <p:nvPr/>
      </p:nvGrpSpPr>
      <p:grpSpPr>
        <a:xfrm>
          <a:off x="0" y="0"/>
          <a:ext cx="0" cy="0"/>
          <a:chOff x="0" y="0"/>
          <a:chExt cx="0" cy="0"/>
        </a:xfrm>
      </p:grpSpPr>
      <p:sp>
        <p:nvSpPr>
          <p:cNvPr id="1811" name="Google Shape;1811;p44"/>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Server “Location</a:t>
            </a:r>
            <a:r>
              <a:rPr lang="en-US" dirty="0" smtClean="0"/>
              <a:t>”</a:t>
            </a:r>
            <a:endParaRPr dirty="0"/>
          </a:p>
        </p:txBody>
      </p:sp>
      <p:sp>
        <p:nvSpPr>
          <p:cNvPr id="2" name="AutoShape 2" descr="Client-server Application - OOS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Client-server Application - OOS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p:cNvSpPr txBox="1"/>
          <p:nvPr/>
        </p:nvSpPr>
        <p:spPr>
          <a:xfrm>
            <a:off x="612775" y="1316736"/>
            <a:ext cx="3203321" cy="1261884"/>
          </a:xfrm>
          <a:prstGeom prst="rect">
            <a:avLst/>
          </a:prstGeom>
          <a:noFill/>
        </p:spPr>
        <p:txBody>
          <a:bodyPr wrap="square" rtlCol="0">
            <a:spAutoFit/>
          </a:bodyPr>
          <a:lstStyle/>
          <a:p>
            <a:r>
              <a:rPr lang="en-US" sz="1600" b="1" dirty="0" smtClean="0"/>
              <a:t>Client needs to know:</a:t>
            </a:r>
          </a:p>
          <a:p>
            <a:pPr marL="285750" indent="-285750">
              <a:buFontTx/>
              <a:buChar char="-"/>
            </a:pPr>
            <a:r>
              <a:rPr lang="en-US" sz="1600" dirty="0" smtClean="0">
                <a:solidFill>
                  <a:schemeClr val="tx2">
                    <a:lumMod val="75000"/>
                  </a:schemeClr>
                </a:solidFill>
              </a:rPr>
              <a:t>Server host identifier</a:t>
            </a:r>
          </a:p>
          <a:p>
            <a:r>
              <a:rPr lang="en-US" dirty="0"/>
              <a:t> </a:t>
            </a:r>
            <a:r>
              <a:rPr lang="en-US" dirty="0" smtClean="0"/>
              <a:t>     What is the server host address?</a:t>
            </a:r>
          </a:p>
          <a:p>
            <a:pPr marL="285750" indent="-285750">
              <a:buFontTx/>
              <a:buChar char="-"/>
            </a:pPr>
            <a:r>
              <a:rPr lang="en-US" sz="1600" dirty="0" smtClean="0">
                <a:solidFill>
                  <a:schemeClr val="tx2">
                    <a:lumMod val="75000"/>
                  </a:schemeClr>
                </a:solidFill>
              </a:rPr>
              <a:t>Server process identifier</a:t>
            </a:r>
          </a:p>
          <a:p>
            <a:r>
              <a:rPr lang="en-US" dirty="0"/>
              <a:t> </a:t>
            </a:r>
            <a:r>
              <a:rPr lang="en-US" dirty="0" smtClean="0"/>
              <a:t>     What is the process port number?</a:t>
            </a:r>
          </a:p>
        </p:txBody>
      </p:sp>
      <p:sp>
        <p:nvSpPr>
          <p:cNvPr id="5" name="TextBox 4"/>
          <p:cNvSpPr txBox="1"/>
          <p:nvPr/>
        </p:nvSpPr>
        <p:spPr>
          <a:xfrm>
            <a:off x="460375" y="3023616"/>
            <a:ext cx="3361817" cy="892552"/>
          </a:xfrm>
          <a:prstGeom prst="rect">
            <a:avLst/>
          </a:prstGeom>
          <a:noFill/>
        </p:spPr>
        <p:txBody>
          <a:bodyPr wrap="square" rtlCol="0">
            <a:spAutoFit/>
          </a:bodyPr>
          <a:lstStyle/>
          <a:p>
            <a:pPr algn="ctr"/>
            <a:r>
              <a:rPr lang="en-US" sz="1600" dirty="0" smtClean="0"/>
              <a:t>Machines Prefer numbers </a:t>
            </a:r>
          </a:p>
          <a:p>
            <a:pPr algn="ctr"/>
            <a:r>
              <a:rPr lang="en-US" sz="2000" b="1" dirty="0" smtClean="0">
                <a:solidFill>
                  <a:schemeClr val="tx2">
                    <a:lumMod val="75000"/>
                  </a:schemeClr>
                </a:solidFill>
              </a:rPr>
              <a:t>VS</a:t>
            </a:r>
          </a:p>
          <a:p>
            <a:pPr algn="ctr"/>
            <a:r>
              <a:rPr lang="en-US" sz="1600" dirty="0" smtClean="0"/>
              <a:t> Human Like Names</a:t>
            </a:r>
            <a:endParaRPr lang="en-US" sz="1600" dirty="0"/>
          </a:p>
        </p:txBody>
      </p:sp>
      <p:sp>
        <p:nvSpPr>
          <p:cNvPr id="6" name="Right Arrow 5"/>
          <p:cNvSpPr/>
          <p:nvPr/>
        </p:nvSpPr>
        <p:spPr>
          <a:xfrm>
            <a:off x="3816096" y="3133344"/>
            <a:ext cx="938784" cy="67309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4852416" y="2856345"/>
            <a:ext cx="4389120" cy="553998"/>
          </a:xfrm>
          <a:prstGeom prst="rect">
            <a:avLst/>
          </a:prstGeom>
          <a:noFill/>
        </p:spPr>
        <p:txBody>
          <a:bodyPr wrap="square" rtlCol="0">
            <a:spAutoFit/>
          </a:bodyPr>
          <a:lstStyle/>
          <a:p>
            <a:r>
              <a:rPr lang="en-US" sz="1600" dirty="0" smtClean="0"/>
              <a:t>We can translate … this is “name resolution”</a:t>
            </a:r>
          </a:p>
          <a:p>
            <a:endParaRPr lang="en-US" dirty="0"/>
          </a:p>
        </p:txBody>
      </p:sp>
      <p:sp>
        <p:nvSpPr>
          <p:cNvPr id="8" name="TextBox 7"/>
          <p:cNvSpPr txBox="1"/>
          <p:nvPr/>
        </p:nvSpPr>
        <p:spPr>
          <a:xfrm>
            <a:off x="5096256" y="3410343"/>
            <a:ext cx="3730752" cy="830997"/>
          </a:xfrm>
          <a:prstGeom prst="rect">
            <a:avLst/>
          </a:prstGeom>
          <a:noFill/>
        </p:spPr>
        <p:txBody>
          <a:bodyPr wrap="square" rtlCol="0">
            <a:spAutoFit/>
          </a:bodyPr>
          <a:lstStyle/>
          <a:p>
            <a:r>
              <a:rPr lang="en-US" sz="1600" dirty="0" smtClean="0"/>
              <a:t>Example: </a:t>
            </a:r>
            <a:r>
              <a:rPr lang="en-US" sz="1600" b="1" dirty="0" smtClean="0">
                <a:solidFill>
                  <a:schemeClr val="tx2">
                    <a:lumMod val="75000"/>
                  </a:schemeClr>
                </a:solidFill>
              </a:rPr>
              <a:t>web</a:t>
            </a:r>
            <a:r>
              <a:rPr lang="en-US" sz="1600" dirty="0" smtClean="0"/>
              <a:t> server </a:t>
            </a:r>
            <a:r>
              <a:rPr lang="en-US" sz="1600" b="1" dirty="0" smtClean="0">
                <a:solidFill>
                  <a:schemeClr val="accent3">
                    <a:lumMod val="75000"/>
                  </a:schemeClr>
                </a:solidFill>
              </a:rPr>
              <a:t>piazza.com</a:t>
            </a:r>
            <a:r>
              <a:rPr lang="en-US" sz="1600" dirty="0" smtClean="0"/>
              <a:t> is host with IP address </a:t>
            </a:r>
            <a:r>
              <a:rPr lang="en-US" sz="1600" b="1" dirty="0" smtClean="0">
                <a:solidFill>
                  <a:schemeClr val="accent1">
                    <a:lumMod val="50000"/>
                  </a:schemeClr>
                </a:solidFill>
              </a:rPr>
              <a:t>54.243.185.105</a:t>
            </a:r>
            <a:r>
              <a:rPr lang="en-US" sz="1600" dirty="0" smtClean="0"/>
              <a:t>, and web service uses port number </a:t>
            </a:r>
            <a:r>
              <a:rPr lang="en-US" sz="1600" b="1" dirty="0" smtClean="0">
                <a:solidFill>
                  <a:schemeClr val="accent2">
                    <a:lumMod val="50000"/>
                  </a:schemeClr>
                </a:solidFill>
              </a:rPr>
              <a:t>80</a:t>
            </a:r>
            <a:endParaRPr lang="en-US" sz="1600" b="1" dirty="0">
              <a:solidFill>
                <a:schemeClr val="accent2">
                  <a:lumMod val="50000"/>
                </a:schemeClr>
              </a:solidFill>
            </a:endParaRPr>
          </a:p>
        </p:txBody>
      </p:sp>
      <p:grpSp>
        <p:nvGrpSpPr>
          <p:cNvPr id="10" name="Google Shape;1876;p47"/>
          <p:cNvGrpSpPr/>
          <p:nvPr/>
        </p:nvGrpSpPr>
        <p:grpSpPr>
          <a:xfrm>
            <a:off x="5096256" y="861698"/>
            <a:ext cx="2147158" cy="1420050"/>
            <a:chOff x="4813456" y="1755475"/>
            <a:chExt cx="2147158" cy="1420050"/>
          </a:xfrm>
        </p:grpSpPr>
        <p:sp>
          <p:nvSpPr>
            <p:cNvPr id="11" name="Google Shape;1877;p47"/>
            <p:cNvSpPr/>
            <p:nvPr/>
          </p:nvSpPr>
          <p:spPr>
            <a:xfrm rot="-8776381">
              <a:off x="5436139" y="1780433"/>
              <a:ext cx="129134" cy="128885"/>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 name="Google Shape;1878;p47"/>
            <p:cNvSpPr/>
            <p:nvPr/>
          </p:nvSpPr>
          <p:spPr>
            <a:xfrm rot="-8776381">
              <a:off x="4838439" y="2328083"/>
              <a:ext cx="129134" cy="128885"/>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 name="Google Shape;1879;p47"/>
            <p:cNvSpPr/>
            <p:nvPr/>
          </p:nvSpPr>
          <p:spPr>
            <a:xfrm rot="-8776381">
              <a:off x="4885339" y="3021683"/>
              <a:ext cx="129134" cy="128885"/>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 name="Google Shape;1880;p47"/>
            <p:cNvSpPr/>
            <p:nvPr/>
          </p:nvSpPr>
          <p:spPr>
            <a:xfrm rot="-8776381">
              <a:off x="5557739" y="2338933"/>
              <a:ext cx="129134" cy="128885"/>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 name="Google Shape;1881;p47"/>
            <p:cNvSpPr/>
            <p:nvPr/>
          </p:nvSpPr>
          <p:spPr>
            <a:xfrm rot="-6779323">
              <a:off x="6811490" y="2140404"/>
              <a:ext cx="129049" cy="128932"/>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6" name="Google Shape;1882;p47"/>
            <p:cNvSpPr/>
            <p:nvPr/>
          </p:nvSpPr>
          <p:spPr>
            <a:xfrm rot="-6779323">
              <a:off x="6087904" y="2221315"/>
              <a:ext cx="129049" cy="128932"/>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7" name="Google Shape;1883;p47"/>
            <p:cNvSpPr/>
            <p:nvPr/>
          </p:nvSpPr>
          <p:spPr>
            <a:xfrm rot="-6779323">
              <a:off x="5731922" y="3021653"/>
              <a:ext cx="129049" cy="128932"/>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8" name="Google Shape;1884;p47"/>
            <p:cNvSpPr/>
            <p:nvPr/>
          </p:nvSpPr>
          <p:spPr>
            <a:xfrm rot="-6779323">
              <a:off x="6606541" y="2673981"/>
              <a:ext cx="129049" cy="128932"/>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9" name="Google Shape;1885;p47"/>
            <p:cNvCxnSpPr>
              <a:stCxn id="11" idx="0"/>
              <a:endCxn id="13" idx="4"/>
            </p:cNvCxnSpPr>
            <p:nvPr/>
          </p:nvCxnSpPr>
          <p:spPr>
            <a:xfrm flipH="1">
              <a:off x="4985756" y="1898425"/>
              <a:ext cx="479100" cy="1134300"/>
            </a:xfrm>
            <a:prstGeom prst="straightConnector1">
              <a:avLst/>
            </a:prstGeom>
            <a:noFill/>
            <a:ln w="9525" cap="flat" cmpd="sng">
              <a:solidFill>
                <a:schemeClr val="dk2"/>
              </a:solidFill>
              <a:prstDash val="solid"/>
              <a:round/>
              <a:headEnd type="none" w="med" len="med"/>
              <a:tailEnd type="none" w="med" len="med"/>
            </a:ln>
          </p:spPr>
        </p:cxnSp>
        <p:cxnSp>
          <p:nvCxnSpPr>
            <p:cNvPr id="20" name="Google Shape;1886;p47"/>
            <p:cNvCxnSpPr>
              <a:stCxn id="13" idx="5"/>
              <a:endCxn id="12" idx="1"/>
            </p:cNvCxnSpPr>
            <p:nvPr/>
          </p:nvCxnSpPr>
          <p:spPr>
            <a:xfrm rot="10800000">
              <a:off x="4915684" y="2455610"/>
              <a:ext cx="21600" cy="567300"/>
            </a:xfrm>
            <a:prstGeom prst="straightConnector1">
              <a:avLst/>
            </a:prstGeom>
            <a:noFill/>
            <a:ln w="9525" cap="flat" cmpd="sng">
              <a:solidFill>
                <a:schemeClr val="dk2"/>
              </a:solidFill>
              <a:prstDash val="solid"/>
              <a:round/>
              <a:headEnd type="none" w="med" len="med"/>
              <a:tailEnd type="none" w="med" len="med"/>
            </a:ln>
          </p:spPr>
        </p:cxnSp>
        <p:cxnSp>
          <p:nvCxnSpPr>
            <p:cNvPr id="21" name="Google Shape;1887;p47"/>
            <p:cNvCxnSpPr>
              <a:stCxn id="11" idx="1"/>
              <a:endCxn id="14" idx="5"/>
            </p:cNvCxnSpPr>
            <p:nvPr/>
          </p:nvCxnSpPr>
          <p:spPr>
            <a:xfrm>
              <a:off x="5513328" y="1908091"/>
              <a:ext cx="96300" cy="432000"/>
            </a:xfrm>
            <a:prstGeom prst="straightConnector1">
              <a:avLst/>
            </a:prstGeom>
            <a:noFill/>
            <a:ln w="9525" cap="flat" cmpd="sng">
              <a:solidFill>
                <a:schemeClr val="dk2"/>
              </a:solidFill>
              <a:prstDash val="solid"/>
              <a:round/>
              <a:headEnd type="none" w="med" len="med"/>
              <a:tailEnd type="none" w="med" len="med"/>
            </a:ln>
          </p:spPr>
        </p:cxnSp>
        <p:cxnSp>
          <p:nvCxnSpPr>
            <p:cNvPr id="22" name="Google Shape;1888;p47"/>
            <p:cNvCxnSpPr>
              <a:stCxn id="16" idx="4"/>
              <a:endCxn id="15" idx="7"/>
            </p:cNvCxnSpPr>
            <p:nvPr/>
          </p:nvCxnSpPr>
          <p:spPr>
            <a:xfrm rot="10800000" flipH="1">
              <a:off x="6211828" y="2180631"/>
              <a:ext cx="604500" cy="80100"/>
            </a:xfrm>
            <a:prstGeom prst="straightConnector1">
              <a:avLst/>
            </a:prstGeom>
            <a:noFill/>
            <a:ln w="9525" cap="flat" cmpd="sng">
              <a:solidFill>
                <a:schemeClr val="dk2"/>
              </a:solidFill>
              <a:prstDash val="solid"/>
              <a:round/>
              <a:headEnd type="none" w="med" len="med"/>
              <a:tailEnd type="none" w="med" len="med"/>
            </a:ln>
          </p:spPr>
        </p:cxnSp>
        <p:cxnSp>
          <p:nvCxnSpPr>
            <p:cNvPr id="23" name="Google Shape;1889;p47"/>
            <p:cNvCxnSpPr>
              <a:stCxn id="14" idx="1"/>
              <a:endCxn id="17" idx="6"/>
            </p:cNvCxnSpPr>
            <p:nvPr/>
          </p:nvCxnSpPr>
          <p:spPr>
            <a:xfrm>
              <a:off x="5634928" y="2466591"/>
              <a:ext cx="136200" cy="560100"/>
            </a:xfrm>
            <a:prstGeom prst="straightConnector1">
              <a:avLst/>
            </a:prstGeom>
            <a:noFill/>
            <a:ln w="9525" cap="flat" cmpd="sng">
              <a:solidFill>
                <a:schemeClr val="dk2"/>
              </a:solidFill>
              <a:prstDash val="solid"/>
              <a:round/>
              <a:headEnd type="none" w="med" len="med"/>
              <a:tailEnd type="none" w="med" len="med"/>
            </a:ln>
          </p:spPr>
        </p:cxnSp>
        <p:cxnSp>
          <p:nvCxnSpPr>
            <p:cNvPr id="24" name="Google Shape;1890;p47"/>
            <p:cNvCxnSpPr>
              <a:stCxn id="13" idx="4"/>
              <a:endCxn id="14" idx="0"/>
            </p:cNvCxnSpPr>
            <p:nvPr/>
          </p:nvCxnSpPr>
          <p:spPr>
            <a:xfrm rot="10800000" flipH="1">
              <a:off x="4985756" y="2456875"/>
              <a:ext cx="600600" cy="575700"/>
            </a:xfrm>
            <a:prstGeom prst="straightConnector1">
              <a:avLst/>
            </a:prstGeom>
            <a:noFill/>
            <a:ln w="9525" cap="flat" cmpd="sng">
              <a:solidFill>
                <a:schemeClr val="dk2"/>
              </a:solidFill>
              <a:prstDash val="solid"/>
              <a:round/>
              <a:headEnd type="none" w="med" len="med"/>
              <a:tailEnd type="none" w="med" len="med"/>
            </a:ln>
          </p:spPr>
        </p:cxnSp>
        <p:cxnSp>
          <p:nvCxnSpPr>
            <p:cNvPr id="25" name="Google Shape;1891;p47"/>
            <p:cNvCxnSpPr>
              <a:stCxn id="12" idx="2"/>
              <a:endCxn id="17" idx="7"/>
            </p:cNvCxnSpPr>
            <p:nvPr/>
          </p:nvCxnSpPr>
          <p:spPr>
            <a:xfrm>
              <a:off x="4956706" y="2428375"/>
              <a:ext cx="780000" cy="633600"/>
            </a:xfrm>
            <a:prstGeom prst="straightConnector1">
              <a:avLst/>
            </a:prstGeom>
            <a:noFill/>
            <a:ln w="9525" cap="flat" cmpd="sng">
              <a:solidFill>
                <a:schemeClr val="dk2"/>
              </a:solidFill>
              <a:prstDash val="solid"/>
              <a:round/>
              <a:headEnd type="none" w="med" len="med"/>
              <a:tailEnd type="none" w="med" len="med"/>
            </a:ln>
          </p:spPr>
        </p:cxnSp>
        <p:cxnSp>
          <p:nvCxnSpPr>
            <p:cNvPr id="26" name="Google Shape;1892;p47"/>
            <p:cNvCxnSpPr>
              <a:stCxn id="17" idx="4"/>
              <a:endCxn id="18" idx="0"/>
            </p:cNvCxnSpPr>
            <p:nvPr/>
          </p:nvCxnSpPr>
          <p:spPr>
            <a:xfrm rot="10800000" flipH="1">
              <a:off x="5855847" y="2763469"/>
              <a:ext cx="755700" cy="297600"/>
            </a:xfrm>
            <a:prstGeom prst="straightConnector1">
              <a:avLst/>
            </a:prstGeom>
            <a:noFill/>
            <a:ln w="9525" cap="flat" cmpd="sng">
              <a:solidFill>
                <a:schemeClr val="dk2"/>
              </a:solidFill>
              <a:prstDash val="solid"/>
              <a:round/>
              <a:headEnd type="none" w="med" len="med"/>
              <a:tailEnd type="none" w="med" len="med"/>
            </a:ln>
          </p:spPr>
        </p:cxnSp>
        <p:cxnSp>
          <p:nvCxnSpPr>
            <p:cNvPr id="27" name="Google Shape;1893;p47"/>
            <p:cNvCxnSpPr>
              <a:stCxn id="17" idx="5"/>
              <a:endCxn id="16" idx="1"/>
            </p:cNvCxnSpPr>
            <p:nvPr/>
          </p:nvCxnSpPr>
          <p:spPr>
            <a:xfrm rot="10800000" flipH="1">
              <a:off x="5820630" y="2345404"/>
              <a:ext cx="307500" cy="681000"/>
            </a:xfrm>
            <a:prstGeom prst="straightConnector1">
              <a:avLst/>
            </a:prstGeom>
            <a:noFill/>
            <a:ln w="9525" cap="flat" cmpd="sng">
              <a:solidFill>
                <a:schemeClr val="dk2"/>
              </a:solidFill>
              <a:prstDash val="solid"/>
              <a:round/>
              <a:headEnd type="none" w="med" len="med"/>
              <a:tailEnd type="none" w="med" len="med"/>
            </a:ln>
          </p:spPr>
        </p:cxnSp>
        <p:cxnSp>
          <p:nvCxnSpPr>
            <p:cNvPr id="28" name="Google Shape;1894;p47"/>
            <p:cNvCxnSpPr>
              <a:stCxn id="17" idx="4"/>
              <a:endCxn id="15" idx="0"/>
            </p:cNvCxnSpPr>
            <p:nvPr/>
          </p:nvCxnSpPr>
          <p:spPr>
            <a:xfrm rot="10800000" flipH="1">
              <a:off x="5855847" y="2230069"/>
              <a:ext cx="960900" cy="831000"/>
            </a:xfrm>
            <a:prstGeom prst="straightConnector1">
              <a:avLst/>
            </a:prstGeom>
            <a:noFill/>
            <a:ln w="9525" cap="flat" cmpd="sng">
              <a:solidFill>
                <a:schemeClr val="dk2"/>
              </a:solidFill>
              <a:prstDash val="solid"/>
              <a:round/>
              <a:headEnd type="none" w="med" len="med"/>
              <a:tailEnd type="none" w="med" len="med"/>
            </a:ln>
          </p:spPr>
        </p:cxnSp>
        <p:cxnSp>
          <p:nvCxnSpPr>
            <p:cNvPr id="29" name="Google Shape;1895;p47"/>
            <p:cNvCxnSpPr>
              <a:stCxn id="16" idx="7"/>
              <a:endCxn id="11" idx="2"/>
            </p:cNvCxnSpPr>
            <p:nvPr/>
          </p:nvCxnSpPr>
          <p:spPr>
            <a:xfrm rot="10800000">
              <a:off x="5554407" y="1880792"/>
              <a:ext cx="538200" cy="380700"/>
            </a:xfrm>
            <a:prstGeom prst="straightConnector1">
              <a:avLst/>
            </a:prstGeom>
            <a:noFill/>
            <a:ln w="9525" cap="flat" cmpd="sng">
              <a:solidFill>
                <a:schemeClr val="dk2"/>
              </a:solidFill>
              <a:prstDash val="solid"/>
              <a:round/>
              <a:headEnd type="none" w="med" len="med"/>
              <a:tailEnd type="none" w="med" len="med"/>
            </a:ln>
          </p:spPr>
        </p:cxnSp>
        <p:cxnSp>
          <p:nvCxnSpPr>
            <p:cNvPr id="30" name="Google Shape;1896;p47"/>
            <p:cNvCxnSpPr>
              <a:stCxn id="14" idx="3"/>
              <a:endCxn id="18" idx="7"/>
            </p:cNvCxnSpPr>
            <p:nvPr/>
          </p:nvCxnSpPr>
          <p:spPr>
            <a:xfrm>
              <a:off x="5685627" y="2390860"/>
              <a:ext cx="925500" cy="323400"/>
            </a:xfrm>
            <a:prstGeom prst="straightConnector1">
              <a:avLst/>
            </a:prstGeom>
            <a:noFill/>
            <a:ln w="9525" cap="flat" cmpd="sng">
              <a:solidFill>
                <a:schemeClr val="dk2"/>
              </a:solidFill>
              <a:prstDash val="solid"/>
              <a:round/>
              <a:headEnd type="none" w="med" len="med"/>
              <a:tailEnd type="none" w="med" len="med"/>
            </a:ln>
          </p:spPr>
        </p:cxnSp>
        <p:cxnSp>
          <p:nvCxnSpPr>
            <p:cNvPr id="31" name="Google Shape;1897;p47"/>
            <p:cNvCxnSpPr>
              <a:stCxn id="18" idx="5"/>
              <a:endCxn id="15" idx="1"/>
            </p:cNvCxnSpPr>
            <p:nvPr/>
          </p:nvCxnSpPr>
          <p:spPr>
            <a:xfrm rot="10800000" flipH="1">
              <a:off x="6695248" y="2264732"/>
              <a:ext cx="156600" cy="414000"/>
            </a:xfrm>
            <a:prstGeom prst="straightConnector1">
              <a:avLst/>
            </a:prstGeom>
            <a:noFill/>
            <a:ln w="9525" cap="flat" cmpd="sng">
              <a:solidFill>
                <a:schemeClr val="dk2"/>
              </a:solidFill>
              <a:prstDash val="solid"/>
              <a:round/>
              <a:headEnd type="none" w="med" len="med"/>
              <a:tailEnd type="none" w="med" len="med"/>
            </a:ln>
          </p:spPr>
        </p:cxnSp>
      </p:grpSp>
    </p:spTree>
    <p:extLst>
      <p:ext uri="{BB962C8B-B14F-4D97-AF65-F5344CB8AC3E}">
        <p14:creationId xmlns:p14="http://schemas.microsoft.com/office/powerpoint/2010/main" val="267956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09"/>
        <p:cNvGrpSpPr/>
        <p:nvPr/>
      </p:nvGrpSpPr>
      <p:grpSpPr>
        <a:xfrm>
          <a:off x="0" y="0"/>
          <a:ext cx="0" cy="0"/>
          <a:chOff x="0" y="0"/>
          <a:chExt cx="0" cy="0"/>
        </a:xfrm>
      </p:grpSpPr>
      <p:sp>
        <p:nvSpPr>
          <p:cNvPr id="1811" name="Google Shape;1811;p44"/>
          <p:cNvSpPr txBox="1">
            <a:spLocks noGrp="1"/>
          </p:cNvSpPr>
          <p:nvPr>
            <p:ph type="title"/>
          </p:nvPr>
        </p:nvSpPr>
        <p:spPr>
          <a:xfrm>
            <a:off x="699048" y="31273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Using Ports to identify Services</a:t>
            </a:r>
            <a:endParaRPr dirty="0"/>
          </a:p>
        </p:txBody>
      </p:sp>
      <p:sp>
        <p:nvSpPr>
          <p:cNvPr id="2" name="AutoShape 2" descr="Client-server Application - OOS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Client-server Application - OOS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p:cNvPicPr>
            <a:picLocks noChangeAspect="1"/>
          </p:cNvPicPr>
          <p:nvPr/>
        </p:nvPicPr>
        <p:blipFill>
          <a:blip r:embed="rId3"/>
          <a:stretch>
            <a:fillRect/>
          </a:stretch>
        </p:blipFill>
        <p:spPr>
          <a:xfrm>
            <a:off x="1453116" y="1017725"/>
            <a:ext cx="5882827" cy="3732116"/>
          </a:xfrm>
          <a:prstGeom prst="rect">
            <a:avLst/>
          </a:prstGeom>
        </p:spPr>
      </p:pic>
    </p:spTree>
    <p:extLst>
      <p:ext uri="{BB962C8B-B14F-4D97-AF65-F5344CB8AC3E}">
        <p14:creationId xmlns:p14="http://schemas.microsoft.com/office/powerpoint/2010/main" val="15425969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09"/>
        <p:cNvGrpSpPr/>
        <p:nvPr/>
      </p:nvGrpSpPr>
      <p:grpSpPr>
        <a:xfrm>
          <a:off x="0" y="0"/>
          <a:ext cx="0" cy="0"/>
          <a:chOff x="0" y="0"/>
          <a:chExt cx="0" cy="0"/>
        </a:xfrm>
      </p:grpSpPr>
      <p:sp>
        <p:nvSpPr>
          <p:cNvPr id="1811" name="Google Shape;1811;p44"/>
          <p:cNvSpPr txBox="1">
            <a:spLocks noGrp="1"/>
          </p:cNvSpPr>
          <p:nvPr>
            <p:ph type="title"/>
          </p:nvPr>
        </p:nvSpPr>
        <p:spPr>
          <a:xfrm>
            <a:off x="699047" y="312738"/>
            <a:ext cx="8926962" cy="572700"/>
          </a:xfrm>
          <a:prstGeom prst="rect">
            <a:avLst/>
          </a:prstGeom>
        </p:spPr>
        <p:txBody>
          <a:bodyPr spcFirstLastPara="1" wrap="square" lIns="91425" tIns="91425" rIns="91425" bIns="91425" anchor="t" anchorCtr="0">
            <a:noAutofit/>
          </a:bodyPr>
          <a:lstStyle/>
          <a:p>
            <a:pPr lvl="0"/>
            <a:r>
              <a:rPr lang="en-US" dirty="0">
                <a:solidFill>
                  <a:schemeClr val="bg2">
                    <a:lumMod val="50000"/>
                  </a:schemeClr>
                </a:solidFill>
                <a:latin typeface="Gill Sans"/>
                <a:ea typeface="ＭＳ Ｐゴシック" charset="0"/>
              </a:rPr>
              <a:t>Client-Server Communication </a:t>
            </a:r>
            <a:r>
              <a:rPr lang="en-US" dirty="0" smtClean="0">
                <a:solidFill>
                  <a:schemeClr val="bg2">
                    <a:lumMod val="50000"/>
                  </a:schemeClr>
                </a:solidFill>
                <a:latin typeface="Gill Sans"/>
                <a:ea typeface="ＭＳ Ｐゴシック" charset="0"/>
              </a:rPr>
              <a:t>Datagram </a:t>
            </a:r>
            <a:r>
              <a:rPr lang="en-US" dirty="0">
                <a:solidFill>
                  <a:schemeClr val="bg2">
                    <a:lumMod val="50000"/>
                  </a:schemeClr>
                </a:solidFill>
                <a:latin typeface="Gill Sans"/>
                <a:ea typeface="ＭＳ Ｐゴシック" charset="0"/>
              </a:rPr>
              <a:t>Sockets: Connectionless</a:t>
            </a:r>
            <a:endParaRPr dirty="0">
              <a:solidFill>
                <a:schemeClr val="bg2">
                  <a:lumMod val="50000"/>
                </a:schemeClr>
              </a:solidFill>
            </a:endParaRPr>
          </a:p>
        </p:txBody>
      </p:sp>
      <p:sp>
        <p:nvSpPr>
          <p:cNvPr id="2" name="AutoShape 2" descr="Client-server Application - OOS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Client-server Application - OOS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2" descr="Socket in Computer Network - GeeksforGeeks"/>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Socket in Computer Network - GeeksforGeeks"/>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6" descr="Socket-in-Computer-Network-1"/>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8" descr="Socket-in-Computer-Network-2"/>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p:cNvPicPr>
            <a:picLocks noChangeAspect="1"/>
          </p:cNvPicPr>
          <p:nvPr/>
        </p:nvPicPr>
        <p:blipFill>
          <a:blip r:embed="rId3"/>
          <a:stretch>
            <a:fillRect/>
          </a:stretch>
        </p:blipFill>
        <p:spPr>
          <a:xfrm>
            <a:off x="1467392" y="1568178"/>
            <a:ext cx="5883150" cy="2857748"/>
          </a:xfrm>
          <a:prstGeom prst="rect">
            <a:avLst/>
          </a:prstGeom>
        </p:spPr>
      </p:pic>
    </p:spTree>
    <p:extLst>
      <p:ext uri="{BB962C8B-B14F-4D97-AF65-F5344CB8AC3E}">
        <p14:creationId xmlns:p14="http://schemas.microsoft.com/office/powerpoint/2010/main" val="26890981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09"/>
        <p:cNvGrpSpPr/>
        <p:nvPr/>
      </p:nvGrpSpPr>
      <p:grpSpPr>
        <a:xfrm>
          <a:off x="0" y="0"/>
          <a:ext cx="0" cy="0"/>
          <a:chOff x="0" y="0"/>
          <a:chExt cx="0" cy="0"/>
        </a:xfrm>
      </p:grpSpPr>
      <p:sp>
        <p:nvSpPr>
          <p:cNvPr id="1811" name="Google Shape;1811;p44"/>
          <p:cNvSpPr txBox="1">
            <a:spLocks noGrp="1"/>
          </p:cNvSpPr>
          <p:nvPr>
            <p:ph type="title"/>
          </p:nvPr>
        </p:nvSpPr>
        <p:spPr>
          <a:xfrm>
            <a:off x="699047" y="312738"/>
            <a:ext cx="8926962" cy="572700"/>
          </a:xfrm>
          <a:prstGeom prst="rect">
            <a:avLst/>
          </a:prstGeom>
        </p:spPr>
        <p:txBody>
          <a:bodyPr spcFirstLastPara="1" wrap="square" lIns="91425" tIns="91425" rIns="91425" bIns="91425" anchor="t" anchorCtr="0">
            <a:noAutofit/>
          </a:bodyPr>
          <a:lstStyle/>
          <a:p>
            <a:pPr lvl="0"/>
            <a:r>
              <a:rPr lang="en-US" dirty="0">
                <a:solidFill>
                  <a:schemeClr val="bg2">
                    <a:lumMod val="50000"/>
                  </a:schemeClr>
                </a:solidFill>
                <a:latin typeface="Gill Sans"/>
                <a:ea typeface="ＭＳ Ｐゴシック" charset="0"/>
              </a:rPr>
              <a:t>Client-Server Communication </a:t>
            </a:r>
            <a:r>
              <a:rPr lang="en-US" dirty="0" smtClean="0">
                <a:solidFill>
                  <a:schemeClr val="bg2">
                    <a:lumMod val="50000"/>
                  </a:schemeClr>
                </a:solidFill>
                <a:latin typeface="Gill Sans"/>
                <a:ea typeface="ＭＳ Ｐゴシック" charset="0"/>
              </a:rPr>
              <a:t>Datagram </a:t>
            </a:r>
            <a:r>
              <a:rPr lang="en-US" dirty="0">
                <a:solidFill>
                  <a:schemeClr val="bg2">
                    <a:lumMod val="50000"/>
                  </a:schemeClr>
                </a:solidFill>
                <a:latin typeface="Gill Sans"/>
                <a:ea typeface="ＭＳ Ｐゴシック" charset="0"/>
              </a:rPr>
              <a:t>Sockets: Connectionless</a:t>
            </a:r>
            <a:endParaRPr dirty="0">
              <a:solidFill>
                <a:schemeClr val="bg2">
                  <a:lumMod val="50000"/>
                </a:schemeClr>
              </a:solidFill>
            </a:endParaRPr>
          </a:p>
        </p:txBody>
      </p:sp>
      <p:sp>
        <p:nvSpPr>
          <p:cNvPr id="2" name="AutoShape 2" descr="Client-server Application - OOS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Client-server Application - OOS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2" descr="Socket in Computer Network - GeeksforGeeks"/>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Socket in Computer Network - GeeksforGeeks"/>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6" descr="Socket-in-Computer-Network-1"/>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8" descr="Socket-in-Computer-Network-2"/>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p:cNvPicPr>
            <a:picLocks noChangeAspect="1"/>
          </p:cNvPicPr>
          <p:nvPr/>
        </p:nvPicPr>
        <p:blipFill>
          <a:blip r:embed="rId3"/>
          <a:stretch>
            <a:fillRect/>
          </a:stretch>
        </p:blipFill>
        <p:spPr>
          <a:xfrm>
            <a:off x="2076893" y="1481471"/>
            <a:ext cx="4609092" cy="3238822"/>
          </a:xfrm>
          <a:prstGeom prst="rect">
            <a:avLst/>
          </a:prstGeom>
        </p:spPr>
      </p:pic>
    </p:spTree>
    <p:extLst>
      <p:ext uri="{BB962C8B-B14F-4D97-AF65-F5344CB8AC3E}">
        <p14:creationId xmlns:p14="http://schemas.microsoft.com/office/powerpoint/2010/main" val="3975344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03"/>
        <p:cNvGrpSpPr/>
        <p:nvPr/>
      </p:nvGrpSpPr>
      <p:grpSpPr>
        <a:xfrm>
          <a:off x="0" y="0"/>
          <a:ext cx="0" cy="0"/>
          <a:chOff x="0" y="0"/>
          <a:chExt cx="0" cy="0"/>
        </a:xfrm>
      </p:grpSpPr>
      <p:sp>
        <p:nvSpPr>
          <p:cNvPr id="1504" name="Google Shape;1504;p31"/>
          <p:cNvSpPr txBox="1">
            <a:spLocks noGrp="1"/>
          </p:cNvSpPr>
          <p:nvPr>
            <p:ph type="title"/>
          </p:nvPr>
        </p:nvSpPr>
        <p:spPr>
          <a:xfrm>
            <a:off x="1580382" y="770729"/>
            <a:ext cx="6217800" cy="174754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8800" dirty="0" smtClean="0"/>
              <a:t>Let’s Code</a:t>
            </a:r>
            <a:endParaRPr sz="8800" dirty="0"/>
          </a:p>
        </p:txBody>
      </p:sp>
      <p:grpSp>
        <p:nvGrpSpPr>
          <p:cNvPr id="1507" name="Google Shape;1507;p31"/>
          <p:cNvGrpSpPr/>
          <p:nvPr/>
        </p:nvGrpSpPr>
        <p:grpSpPr>
          <a:xfrm rot="6922716">
            <a:off x="7561124" y="746898"/>
            <a:ext cx="435969" cy="322677"/>
            <a:chOff x="8529533" y="681525"/>
            <a:chExt cx="435967" cy="322675"/>
          </a:xfrm>
        </p:grpSpPr>
        <p:sp>
          <p:nvSpPr>
            <p:cNvPr id="1508" name="Google Shape;1508;p31"/>
            <p:cNvSpPr/>
            <p:nvPr/>
          </p:nvSpPr>
          <p:spPr>
            <a:xfrm rot="10800000">
              <a:off x="8529533" y="886943"/>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09" name="Google Shape;1509;p31"/>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10" name="Google Shape;1510;p31"/>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511" name="Google Shape;1511;p31"/>
          <p:cNvGrpSpPr/>
          <p:nvPr/>
        </p:nvGrpSpPr>
        <p:grpSpPr>
          <a:xfrm>
            <a:off x="970225" y="3797250"/>
            <a:ext cx="406275" cy="563575"/>
            <a:chOff x="140150" y="4340075"/>
            <a:chExt cx="406275" cy="563575"/>
          </a:xfrm>
        </p:grpSpPr>
        <p:sp>
          <p:nvSpPr>
            <p:cNvPr id="1512" name="Google Shape;1512;p31"/>
            <p:cNvSpPr/>
            <p:nvPr/>
          </p:nvSpPr>
          <p:spPr>
            <a:xfrm rot="10800000">
              <a:off x="140150" y="434007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13" name="Google Shape;1513;p31"/>
            <p:cNvSpPr/>
            <p:nvPr/>
          </p:nvSpPr>
          <p:spPr>
            <a:xfrm rot="10800000">
              <a:off x="298325" y="4657175"/>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14" name="Google Shape;1514;p31"/>
            <p:cNvSpPr/>
            <p:nvPr/>
          </p:nvSpPr>
          <p:spPr>
            <a:xfrm rot="10800000">
              <a:off x="495125" y="485235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15" name="Google Shape;1515;p31"/>
            <p:cNvSpPr/>
            <p:nvPr/>
          </p:nvSpPr>
          <p:spPr>
            <a:xfrm rot="10800000">
              <a:off x="165050" y="4657175"/>
              <a:ext cx="51300" cy="51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38" name="Google Shape;8823;p65"/>
          <p:cNvGrpSpPr/>
          <p:nvPr/>
        </p:nvGrpSpPr>
        <p:grpSpPr>
          <a:xfrm>
            <a:off x="3814600" y="2725007"/>
            <a:ext cx="1749363" cy="1584518"/>
            <a:chOff x="-1183550" y="3586525"/>
            <a:chExt cx="296175" cy="290550"/>
          </a:xfrm>
          <a:solidFill>
            <a:schemeClr val="accent2">
              <a:lumMod val="50000"/>
            </a:schemeClr>
          </a:solidFill>
        </p:grpSpPr>
        <p:sp>
          <p:nvSpPr>
            <p:cNvPr id="39" name="Google Shape;8824;p65"/>
            <p:cNvSpPr/>
            <p:nvPr/>
          </p:nvSpPr>
          <p:spPr>
            <a:xfrm>
              <a:off x="-927575" y="3671500"/>
              <a:ext cx="40200" cy="16575"/>
            </a:xfrm>
            <a:custGeom>
              <a:avLst/>
              <a:gdLst/>
              <a:ahLst/>
              <a:cxnLst/>
              <a:rect l="l" t="t" r="r" b="b"/>
              <a:pathLst>
                <a:path w="1608" h="663" extrusionOk="0">
                  <a:moveTo>
                    <a:pt x="473" y="0"/>
                  </a:moveTo>
                  <a:cubicBezTo>
                    <a:pt x="32" y="0"/>
                    <a:pt x="1" y="662"/>
                    <a:pt x="473" y="662"/>
                  </a:cubicBezTo>
                  <a:lnTo>
                    <a:pt x="1135" y="662"/>
                  </a:lnTo>
                  <a:cubicBezTo>
                    <a:pt x="1145" y="663"/>
                    <a:pt x="1156" y="663"/>
                    <a:pt x="1166" y="663"/>
                  </a:cubicBezTo>
                  <a:cubicBezTo>
                    <a:pt x="1607" y="663"/>
                    <a:pt x="1597" y="0"/>
                    <a:pt x="113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8825;p65"/>
            <p:cNvSpPr/>
            <p:nvPr/>
          </p:nvSpPr>
          <p:spPr>
            <a:xfrm>
              <a:off x="-1183550" y="3671500"/>
              <a:ext cx="39400" cy="16575"/>
            </a:xfrm>
            <a:custGeom>
              <a:avLst/>
              <a:gdLst/>
              <a:ahLst/>
              <a:cxnLst/>
              <a:rect l="l" t="t" r="r" b="b"/>
              <a:pathLst>
                <a:path w="1576" h="663" extrusionOk="0">
                  <a:moveTo>
                    <a:pt x="473" y="0"/>
                  </a:moveTo>
                  <a:cubicBezTo>
                    <a:pt x="32" y="0"/>
                    <a:pt x="1" y="662"/>
                    <a:pt x="473" y="662"/>
                  </a:cubicBezTo>
                  <a:lnTo>
                    <a:pt x="1135" y="662"/>
                  </a:lnTo>
                  <a:cubicBezTo>
                    <a:pt x="1145" y="663"/>
                    <a:pt x="1154" y="663"/>
                    <a:pt x="1163" y="663"/>
                  </a:cubicBezTo>
                  <a:cubicBezTo>
                    <a:pt x="1576" y="663"/>
                    <a:pt x="1566" y="0"/>
                    <a:pt x="113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8826;p65"/>
            <p:cNvSpPr/>
            <p:nvPr/>
          </p:nvSpPr>
          <p:spPr>
            <a:xfrm>
              <a:off x="-944250" y="3603025"/>
              <a:ext cx="39525" cy="26375"/>
            </a:xfrm>
            <a:custGeom>
              <a:avLst/>
              <a:gdLst/>
              <a:ahLst/>
              <a:cxnLst/>
              <a:rect l="l" t="t" r="r" b="b"/>
              <a:pathLst>
                <a:path w="1581" h="1055" extrusionOk="0">
                  <a:moveTo>
                    <a:pt x="1086" y="1"/>
                  </a:moveTo>
                  <a:cubicBezTo>
                    <a:pt x="1024" y="1"/>
                    <a:pt x="957" y="19"/>
                    <a:pt x="888" y="61"/>
                  </a:cubicBezTo>
                  <a:lnTo>
                    <a:pt x="321" y="408"/>
                  </a:lnTo>
                  <a:cubicBezTo>
                    <a:pt x="0" y="595"/>
                    <a:pt x="179" y="1054"/>
                    <a:pt x="490" y="1054"/>
                  </a:cubicBezTo>
                  <a:cubicBezTo>
                    <a:pt x="546" y="1054"/>
                    <a:pt x="606" y="1040"/>
                    <a:pt x="668" y="1006"/>
                  </a:cubicBezTo>
                  <a:lnTo>
                    <a:pt x="1266" y="660"/>
                  </a:lnTo>
                  <a:cubicBezTo>
                    <a:pt x="1581" y="450"/>
                    <a:pt x="1394" y="1"/>
                    <a:pt x="108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8827;p65"/>
            <p:cNvSpPr/>
            <p:nvPr/>
          </p:nvSpPr>
          <p:spPr>
            <a:xfrm>
              <a:off x="-1166200" y="3731225"/>
              <a:ext cx="39700" cy="26075"/>
            </a:xfrm>
            <a:custGeom>
              <a:avLst/>
              <a:gdLst/>
              <a:ahLst/>
              <a:cxnLst/>
              <a:rect l="l" t="t" r="r" b="b"/>
              <a:pathLst>
                <a:path w="1588" h="1043" extrusionOk="0">
                  <a:moveTo>
                    <a:pt x="1071" y="1"/>
                  </a:moveTo>
                  <a:cubicBezTo>
                    <a:pt x="1021" y="1"/>
                    <a:pt x="968" y="12"/>
                    <a:pt x="913" y="37"/>
                  </a:cubicBezTo>
                  <a:lnTo>
                    <a:pt x="315" y="384"/>
                  </a:lnTo>
                  <a:cubicBezTo>
                    <a:pt x="0" y="593"/>
                    <a:pt x="187" y="1043"/>
                    <a:pt x="495" y="1043"/>
                  </a:cubicBezTo>
                  <a:cubicBezTo>
                    <a:pt x="557" y="1043"/>
                    <a:pt x="624" y="1025"/>
                    <a:pt x="693" y="982"/>
                  </a:cubicBezTo>
                  <a:lnTo>
                    <a:pt x="1260" y="636"/>
                  </a:lnTo>
                  <a:cubicBezTo>
                    <a:pt x="1587" y="472"/>
                    <a:pt x="1395" y="1"/>
                    <a:pt x="107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8828;p65"/>
            <p:cNvSpPr/>
            <p:nvPr/>
          </p:nvSpPr>
          <p:spPr>
            <a:xfrm>
              <a:off x="-944925" y="3730950"/>
              <a:ext cx="40200" cy="26375"/>
            </a:xfrm>
            <a:custGeom>
              <a:avLst/>
              <a:gdLst/>
              <a:ahLst/>
              <a:cxnLst/>
              <a:rect l="l" t="t" r="r" b="b"/>
              <a:pathLst>
                <a:path w="1608" h="1055" extrusionOk="0">
                  <a:moveTo>
                    <a:pt x="515" y="0"/>
                  </a:moveTo>
                  <a:cubicBezTo>
                    <a:pt x="198" y="0"/>
                    <a:pt x="1" y="460"/>
                    <a:pt x="348" y="647"/>
                  </a:cubicBezTo>
                  <a:lnTo>
                    <a:pt x="915" y="993"/>
                  </a:lnTo>
                  <a:cubicBezTo>
                    <a:pt x="984" y="1036"/>
                    <a:pt x="1052" y="1054"/>
                    <a:pt x="1114" y="1054"/>
                  </a:cubicBezTo>
                  <a:cubicBezTo>
                    <a:pt x="1421" y="1054"/>
                    <a:pt x="1608" y="609"/>
                    <a:pt x="1293" y="426"/>
                  </a:cubicBezTo>
                  <a:lnTo>
                    <a:pt x="695" y="48"/>
                  </a:lnTo>
                  <a:cubicBezTo>
                    <a:pt x="633" y="15"/>
                    <a:pt x="572" y="0"/>
                    <a:pt x="51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8829;p65"/>
            <p:cNvSpPr/>
            <p:nvPr/>
          </p:nvSpPr>
          <p:spPr>
            <a:xfrm>
              <a:off x="-1167000" y="3603025"/>
              <a:ext cx="40200" cy="26375"/>
            </a:xfrm>
            <a:custGeom>
              <a:avLst/>
              <a:gdLst/>
              <a:ahLst/>
              <a:cxnLst/>
              <a:rect l="l" t="t" r="r" b="b"/>
              <a:pathLst>
                <a:path w="1608" h="1055" extrusionOk="0">
                  <a:moveTo>
                    <a:pt x="477" y="1"/>
                  </a:moveTo>
                  <a:cubicBezTo>
                    <a:pt x="188" y="1"/>
                    <a:pt x="1" y="450"/>
                    <a:pt x="315" y="660"/>
                  </a:cubicBezTo>
                  <a:lnTo>
                    <a:pt x="914" y="1006"/>
                  </a:lnTo>
                  <a:cubicBezTo>
                    <a:pt x="981" y="1040"/>
                    <a:pt x="1044" y="1054"/>
                    <a:pt x="1103" y="1054"/>
                  </a:cubicBezTo>
                  <a:cubicBezTo>
                    <a:pt x="1434" y="1054"/>
                    <a:pt x="1608" y="595"/>
                    <a:pt x="1260" y="408"/>
                  </a:cubicBezTo>
                  <a:lnTo>
                    <a:pt x="662" y="61"/>
                  </a:lnTo>
                  <a:cubicBezTo>
                    <a:pt x="598" y="19"/>
                    <a:pt x="536" y="1"/>
                    <a:pt x="47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8830;p65"/>
            <p:cNvSpPr/>
            <p:nvPr/>
          </p:nvSpPr>
          <p:spPr>
            <a:xfrm>
              <a:off x="-1065400" y="3658900"/>
              <a:ext cx="59875" cy="77200"/>
            </a:xfrm>
            <a:custGeom>
              <a:avLst/>
              <a:gdLst/>
              <a:ahLst/>
              <a:cxnLst/>
              <a:rect l="l" t="t" r="r" b="b"/>
              <a:pathLst>
                <a:path w="2395" h="3088" extrusionOk="0">
                  <a:moveTo>
                    <a:pt x="882" y="0"/>
                  </a:moveTo>
                  <a:lnTo>
                    <a:pt x="0" y="1355"/>
                  </a:lnTo>
                  <a:lnTo>
                    <a:pt x="1355" y="1922"/>
                  </a:lnTo>
                  <a:cubicBezTo>
                    <a:pt x="1450" y="1953"/>
                    <a:pt x="1544" y="2111"/>
                    <a:pt x="1544" y="2237"/>
                  </a:cubicBezTo>
                  <a:lnTo>
                    <a:pt x="1544" y="3088"/>
                  </a:lnTo>
                  <a:lnTo>
                    <a:pt x="2395" y="1733"/>
                  </a:lnTo>
                  <a:lnTo>
                    <a:pt x="1071" y="1166"/>
                  </a:lnTo>
                  <a:cubicBezTo>
                    <a:pt x="945" y="1134"/>
                    <a:pt x="882" y="1008"/>
                    <a:pt x="882" y="851"/>
                  </a:cubicBezTo>
                  <a:lnTo>
                    <a:pt x="88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8831;p65"/>
            <p:cNvSpPr/>
            <p:nvPr/>
          </p:nvSpPr>
          <p:spPr>
            <a:xfrm>
              <a:off x="-1078000" y="3809325"/>
              <a:ext cx="85075" cy="67750"/>
            </a:xfrm>
            <a:custGeom>
              <a:avLst/>
              <a:gdLst/>
              <a:ahLst/>
              <a:cxnLst/>
              <a:rect l="l" t="t" r="r" b="b"/>
              <a:pathLst>
                <a:path w="3403" h="2710" extrusionOk="0">
                  <a:moveTo>
                    <a:pt x="0" y="1"/>
                  </a:moveTo>
                  <a:lnTo>
                    <a:pt x="0" y="662"/>
                  </a:lnTo>
                  <a:lnTo>
                    <a:pt x="1008" y="662"/>
                  </a:lnTo>
                  <a:cubicBezTo>
                    <a:pt x="1449" y="662"/>
                    <a:pt x="1481" y="1324"/>
                    <a:pt x="1008" y="1324"/>
                  </a:cubicBezTo>
                  <a:lnTo>
                    <a:pt x="0" y="1324"/>
                  </a:lnTo>
                  <a:lnTo>
                    <a:pt x="0" y="1670"/>
                  </a:lnTo>
                  <a:cubicBezTo>
                    <a:pt x="0" y="2237"/>
                    <a:pt x="473" y="2710"/>
                    <a:pt x="1008" y="2710"/>
                  </a:cubicBezTo>
                  <a:lnTo>
                    <a:pt x="2395" y="2710"/>
                  </a:lnTo>
                  <a:cubicBezTo>
                    <a:pt x="2962" y="2710"/>
                    <a:pt x="3403" y="2237"/>
                    <a:pt x="3403" y="1670"/>
                  </a:cubicBezTo>
                  <a:lnTo>
                    <a:pt x="3403" y="1324"/>
                  </a:lnTo>
                  <a:lnTo>
                    <a:pt x="2395" y="1324"/>
                  </a:lnTo>
                  <a:cubicBezTo>
                    <a:pt x="1954" y="1324"/>
                    <a:pt x="1922" y="662"/>
                    <a:pt x="2395" y="662"/>
                  </a:cubicBezTo>
                  <a:lnTo>
                    <a:pt x="3403" y="662"/>
                  </a:lnTo>
                  <a:lnTo>
                    <a:pt x="340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8832;p65"/>
            <p:cNvSpPr/>
            <p:nvPr/>
          </p:nvSpPr>
          <p:spPr>
            <a:xfrm>
              <a:off x="-1135500" y="3586525"/>
              <a:ext cx="193775" cy="204700"/>
            </a:xfrm>
            <a:custGeom>
              <a:avLst/>
              <a:gdLst/>
              <a:ahLst/>
              <a:cxnLst/>
              <a:rect l="l" t="t" r="r" b="b"/>
              <a:pathLst>
                <a:path w="7751" h="8188" extrusionOk="0">
                  <a:moveTo>
                    <a:pt x="4023" y="1424"/>
                  </a:moveTo>
                  <a:cubicBezTo>
                    <a:pt x="4201" y="1424"/>
                    <a:pt x="4380" y="1561"/>
                    <a:pt x="4380" y="1761"/>
                  </a:cubicBezTo>
                  <a:lnTo>
                    <a:pt x="4380" y="3588"/>
                  </a:lnTo>
                  <a:lnTo>
                    <a:pt x="5892" y="4124"/>
                  </a:lnTo>
                  <a:cubicBezTo>
                    <a:pt x="5955" y="4187"/>
                    <a:pt x="6049" y="4250"/>
                    <a:pt x="6081" y="4344"/>
                  </a:cubicBezTo>
                  <a:cubicBezTo>
                    <a:pt x="6081" y="4407"/>
                    <a:pt x="6081" y="4533"/>
                    <a:pt x="5986" y="4628"/>
                  </a:cubicBezTo>
                  <a:lnTo>
                    <a:pt x="4285" y="7369"/>
                  </a:lnTo>
                  <a:cubicBezTo>
                    <a:pt x="4222" y="7495"/>
                    <a:pt x="4127" y="7526"/>
                    <a:pt x="4033" y="7526"/>
                  </a:cubicBezTo>
                  <a:lnTo>
                    <a:pt x="3938" y="7526"/>
                  </a:lnTo>
                  <a:cubicBezTo>
                    <a:pt x="3781" y="7495"/>
                    <a:pt x="3718" y="7369"/>
                    <a:pt x="3718" y="7211"/>
                  </a:cubicBezTo>
                  <a:lnTo>
                    <a:pt x="3718" y="5384"/>
                  </a:lnTo>
                  <a:lnTo>
                    <a:pt x="2206" y="4817"/>
                  </a:lnTo>
                  <a:cubicBezTo>
                    <a:pt x="2143" y="4754"/>
                    <a:pt x="2048" y="4691"/>
                    <a:pt x="2017" y="4596"/>
                  </a:cubicBezTo>
                  <a:cubicBezTo>
                    <a:pt x="1985" y="4533"/>
                    <a:pt x="2017" y="4407"/>
                    <a:pt x="2048" y="4344"/>
                  </a:cubicBezTo>
                  <a:lnTo>
                    <a:pt x="3749" y="1572"/>
                  </a:lnTo>
                  <a:cubicBezTo>
                    <a:pt x="3818" y="1469"/>
                    <a:pt x="3920" y="1424"/>
                    <a:pt x="4023" y="1424"/>
                  </a:cubicBezTo>
                  <a:close/>
                  <a:moveTo>
                    <a:pt x="4019" y="1"/>
                  </a:moveTo>
                  <a:cubicBezTo>
                    <a:pt x="3743" y="1"/>
                    <a:pt x="3463" y="31"/>
                    <a:pt x="3182" y="91"/>
                  </a:cubicBezTo>
                  <a:cubicBezTo>
                    <a:pt x="1733" y="406"/>
                    <a:pt x="567" y="1572"/>
                    <a:pt x="284" y="3084"/>
                  </a:cubicBezTo>
                  <a:cubicBezTo>
                    <a:pt x="0" y="4533"/>
                    <a:pt x="599" y="5479"/>
                    <a:pt x="1040" y="6140"/>
                  </a:cubicBezTo>
                  <a:cubicBezTo>
                    <a:pt x="1922" y="7526"/>
                    <a:pt x="1387" y="7526"/>
                    <a:pt x="1670" y="8188"/>
                  </a:cubicBezTo>
                  <a:lnTo>
                    <a:pt x="6301" y="8188"/>
                  </a:lnTo>
                  <a:cubicBezTo>
                    <a:pt x="6553" y="7526"/>
                    <a:pt x="6018" y="7526"/>
                    <a:pt x="6931" y="6109"/>
                  </a:cubicBezTo>
                  <a:cubicBezTo>
                    <a:pt x="7373" y="5447"/>
                    <a:pt x="7719" y="4817"/>
                    <a:pt x="7719" y="3746"/>
                  </a:cubicBezTo>
                  <a:cubicBezTo>
                    <a:pt x="7751" y="2612"/>
                    <a:pt x="7246" y="1540"/>
                    <a:pt x="6396" y="847"/>
                  </a:cubicBezTo>
                  <a:cubicBezTo>
                    <a:pt x="5726" y="297"/>
                    <a:pt x="4892" y="1"/>
                    <a:pt x="401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09"/>
        <p:cNvGrpSpPr/>
        <p:nvPr/>
      </p:nvGrpSpPr>
      <p:grpSpPr>
        <a:xfrm>
          <a:off x="0" y="0"/>
          <a:ext cx="0" cy="0"/>
          <a:chOff x="0" y="0"/>
          <a:chExt cx="0" cy="0"/>
        </a:xfrm>
      </p:grpSpPr>
      <p:sp>
        <p:nvSpPr>
          <p:cNvPr id="1811" name="Google Shape;1811;p44"/>
          <p:cNvSpPr txBox="1">
            <a:spLocks noGrp="1"/>
          </p:cNvSpPr>
          <p:nvPr>
            <p:ph type="title"/>
          </p:nvPr>
        </p:nvSpPr>
        <p:spPr>
          <a:xfrm>
            <a:off x="699047" y="312738"/>
            <a:ext cx="8926962" cy="572700"/>
          </a:xfrm>
          <a:prstGeom prst="rect">
            <a:avLst/>
          </a:prstGeom>
        </p:spPr>
        <p:txBody>
          <a:bodyPr spcFirstLastPara="1" wrap="square" lIns="91425" tIns="91425" rIns="91425" bIns="91425" anchor="t" anchorCtr="0">
            <a:noAutofit/>
          </a:bodyPr>
          <a:lstStyle/>
          <a:p>
            <a:pPr lvl="0"/>
            <a:r>
              <a:rPr lang="en-US" dirty="0" smtClean="0">
                <a:solidFill>
                  <a:schemeClr val="bg2">
                    <a:lumMod val="50000"/>
                  </a:schemeClr>
                </a:solidFill>
                <a:latin typeface="Gill Sans"/>
                <a:ea typeface="ＭＳ Ｐゴシック" charset="0"/>
              </a:rPr>
              <a:t>Your Turn ! (Part 1)</a:t>
            </a:r>
            <a:endParaRPr dirty="0">
              <a:solidFill>
                <a:schemeClr val="bg2">
                  <a:lumMod val="50000"/>
                </a:schemeClr>
              </a:solidFill>
            </a:endParaRPr>
          </a:p>
        </p:txBody>
      </p:sp>
      <p:sp>
        <p:nvSpPr>
          <p:cNvPr id="2" name="AutoShape 2" descr="Client-server Application - OOS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Client-server Application - OOS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2" descr="Socket in Computer Network - GeeksforGeeks"/>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Socket in Computer Network - GeeksforGeeks"/>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6" descr="Socket-in-Computer-Network-1"/>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8" descr="Socket-in-Computer-Network-2"/>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2" descr="Rock paper scissors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8" name="Picture 4" descr="Rock paper scissors - Wikipedi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2790" y="1903793"/>
            <a:ext cx="2112816" cy="2022031"/>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1069975" y="1531937"/>
            <a:ext cx="4572000" cy="3108543"/>
          </a:xfrm>
          <a:prstGeom prst="rect">
            <a:avLst/>
          </a:prstGeom>
        </p:spPr>
        <p:txBody>
          <a:bodyPr>
            <a:spAutoFit/>
          </a:bodyPr>
          <a:lstStyle/>
          <a:p>
            <a:pPr marL="0" indent="0">
              <a:buNone/>
            </a:pPr>
            <a:r>
              <a:rPr lang="en-US" sz="1800" b="1" dirty="0">
                <a:solidFill>
                  <a:schemeClr val="tx2">
                    <a:lumMod val="50000"/>
                  </a:schemeClr>
                </a:solidFill>
              </a:rPr>
              <a:t>Write a rock, paper, scissors game as a client-server application. </a:t>
            </a:r>
          </a:p>
          <a:p>
            <a:pPr marL="285750" indent="-285750">
              <a:buFont typeface="Wingdings" panose="05000000000000000000" pitchFamily="2" charset="2"/>
              <a:buChar char="§"/>
            </a:pPr>
            <a:r>
              <a:rPr lang="en-US" sz="1600" dirty="0" smtClean="0"/>
              <a:t>The </a:t>
            </a:r>
            <a:r>
              <a:rPr lang="en-US" sz="1600" dirty="0"/>
              <a:t>client should play the game with the server (i.e. the server randomly generates his own choice, and the client inputs his choice and sends it to the server)</a:t>
            </a:r>
          </a:p>
          <a:p>
            <a:pPr marL="285750" indent="-285750">
              <a:buFont typeface="Wingdings" panose="05000000000000000000" pitchFamily="2" charset="2"/>
              <a:buChar char="§"/>
            </a:pPr>
            <a:r>
              <a:rPr lang="en-US" sz="1600" dirty="0"/>
              <a:t>Compute the round-trip time (time elapsed from sending the choice to receiving the server’s reply).</a:t>
            </a:r>
          </a:p>
          <a:p>
            <a:pPr marL="285750" indent="-285750">
              <a:buFont typeface="Wingdings" panose="05000000000000000000" pitchFamily="2" charset="2"/>
              <a:buChar char="§"/>
            </a:pPr>
            <a:r>
              <a:rPr lang="en-US" sz="1600" dirty="0"/>
              <a:t>Make use of the </a:t>
            </a:r>
            <a:r>
              <a:rPr lang="en-US" sz="1600" i="1" dirty="0"/>
              <a:t>time</a:t>
            </a:r>
            <a:r>
              <a:rPr lang="en-US" sz="1600" dirty="0"/>
              <a:t> module (look it up online)</a:t>
            </a:r>
          </a:p>
          <a:p>
            <a:pPr marL="285750" indent="-285750">
              <a:buFont typeface="Wingdings" panose="05000000000000000000" pitchFamily="2" charset="2"/>
              <a:buChar char="§"/>
            </a:pPr>
            <a:r>
              <a:rPr lang="en-US" sz="1600" dirty="0"/>
              <a:t>Use the UDP protocol</a:t>
            </a:r>
            <a:endParaRPr lang="en-US" sz="1600" dirty="0"/>
          </a:p>
        </p:txBody>
      </p:sp>
    </p:spTree>
    <p:extLst>
      <p:ext uri="{BB962C8B-B14F-4D97-AF65-F5344CB8AC3E}">
        <p14:creationId xmlns:p14="http://schemas.microsoft.com/office/powerpoint/2010/main" val="286821099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09"/>
        <p:cNvGrpSpPr/>
        <p:nvPr/>
      </p:nvGrpSpPr>
      <p:grpSpPr>
        <a:xfrm>
          <a:off x="0" y="0"/>
          <a:ext cx="0" cy="0"/>
          <a:chOff x="0" y="0"/>
          <a:chExt cx="0" cy="0"/>
        </a:xfrm>
      </p:grpSpPr>
      <p:sp>
        <p:nvSpPr>
          <p:cNvPr id="1811" name="Google Shape;1811;p44"/>
          <p:cNvSpPr txBox="1">
            <a:spLocks noGrp="1"/>
          </p:cNvSpPr>
          <p:nvPr>
            <p:ph type="title"/>
          </p:nvPr>
        </p:nvSpPr>
        <p:spPr>
          <a:xfrm>
            <a:off x="699047" y="312738"/>
            <a:ext cx="8213305" cy="572700"/>
          </a:xfrm>
          <a:prstGeom prst="rect">
            <a:avLst/>
          </a:prstGeom>
        </p:spPr>
        <p:txBody>
          <a:bodyPr spcFirstLastPara="1" wrap="square" lIns="91425" tIns="91425" rIns="91425" bIns="91425" anchor="t" anchorCtr="0">
            <a:noAutofit/>
          </a:bodyPr>
          <a:lstStyle/>
          <a:p>
            <a:pPr lvl="0"/>
            <a:r>
              <a:rPr lang="en-US" dirty="0">
                <a:solidFill>
                  <a:schemeClr val="bg2">
                    <a:lumMod val="50000"/>
                  </a:schemeClr>
                </a:solidFill>
                <a:latin typeface="Gill Sans"/>
                <a:ea typeface="ＭＳ Ｐゴシック" charset="0"/>
              </a:rPr>
              <a:t>Client-Server Communication </a:t>
            </a:r>
            <a:r>
              <a:rPr lang="en-US" dirty="0" smtClean="0">
                <a:solidFill>
                  <a:schemeClr val="bg2">
                    <a:lumMod val="50000"/>
                  </a:schemeClr>
                </a:solidFill>
                <a:latin typeface="Gill Sans"/>
                <a:ea typeface="ＭＳ Ｐゴシック" charset="0"/>
              </a:rPr>
              <a:t>Stream </a:t>
            </a:r>
            <a:r>
              <a:rPr lang="en-US" dirty="0">
                <a:solidFill>
                  <a:schemeClr val="bg2">
                    <a:lumMod val="50000"/>
                  </a:schemeClr>
                </a:solidFill>
                <a:latin typeface="Gill Sans"/>
                <a:ea typeface="ＭＳ Ｐゴシック" charset="0"/>
              </a:rPr>
              <a:t>Sockets: </a:t>
            </a:r>
            <a:r>
              <a:rPr lang="en-US" dirty="0" smtClean="0">
                <a:solidFill>
                  <a:schemeClr val="bg2">
                    <a:lumMod val="50000"/>
                  </a:schemeClr>
                </a:solidFill>
                <a:latin typeface="Gill Sans"/>
                <a:ea typeface="ＭＳ Ｐゴシック" charset="0"/>
              </a:rPr>
              <a:t>Connection-Oriented</a:t>
            </a:r>
            <a:endParaRPr dirty="0">
              <a:solidFill>
                <a:schemeClr val="bg2">
                  <a:lumMod val="50000"/>
                </a:schemeClr>
              </a:solidFill>
            </a:endParaRPr>
          </a:p>
        </p:txBody>
      </p:sp>
      <p:sp>
        <p:nvSpPr>
          <p:cNvPr id="2" name="AutoShape 2" descr="Client-server Application - OOS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Client-server Application - OOS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2" descr="Socket in Computer Network - GeeksforGeeks"/>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Socket in Computer Network - GeeksforGeeks"/>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6" descr="Socket-in-Computer-Network-1"/>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8" descr="Socket-in-Computer-Network-2"/>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p:cNvPicPr>
            <a:picLocks noChangeAspect="1"/>
          </p:cNvPicPr>
          <p:nvPr/>
        </p:nvPicPr>
        <p:blipFill>
          <a:blip r:embed="rId3"/>
          <a:stretch>
            <a:fillRect/>
          </a:stretch>
        </p:blipFill>
        <p:spPr>
          <a:xfrm>
            <a:off x="1897702" y="1485024"/>
            <a:ext cx="4866749" cy="3135744"/>
          </a:xfrm>
          <a:prstGeom prst="rect">
            <a:avLst/>
          </a:prstGeom>
        </p:spPr>
      </p:pic>
    </p:spTree>
    <p:extLst>
      <p:ext uri="{BB962C8B-B14F-4D97-AF65-F5344CB8AC3E}">
        <p14:creationId xmlns:p14="http://schemas.microsoft.com/office/powerpoint/2010/main" val="62940070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09"/>
        <p:cNvGrpSpPr/>
        <p:nvPr/>
      </p:nvGrpSpPr>
      <p:grpSpPr>
        <a:xfrm>
          <a:off x="0" y="0"/>
          <a:ext cx="0" cy="0"/>
          <a:chOff x="0" y="0"/>
          <a:chExt cx="0" cy="0"/>
        </a:xfrm>
      </p:grpSpPr>
      <p:sp>
        <p:nvSpPr>
          <p:cNvPr id="1811" name="Google Shape;1811;p44"/>
          <p:cNvSpPr txBox="1">
            <a:spLocks noGrp="1"/>
          </p:cNvSpPr>
          <p:nvPr>
            <p:ph type="title"/>
          </p:nvPr>
        </p:nvSpPr>
        <p:spPr>
          <a:xfrm>
            <a:off x="699047" y="312738"/>
            <a:ext cx="8213305" cy="572700"/>
          </a:xfrm>
          <a:prstGeom prst="rect">
            <a:avLst/>
          </a:prstGeom>
        </p:spPr>
        <p:txBody>
          <a:bodyPr spcFirstLastPara="1" wrap="square" lIns="91425" tIns="91425" rIns="91425" bIns="91425" anchor="t" anchorCtr="0">
            <a:noAutofit/>
          </a:bodyPr>
          <a:lstStyle/>
          <a:p>
            <a:pPr lvl="0"/>
            <a:r>
              <a:rPr lang="en-US" dirty="0" smtClean="0">
                <a:solidFill>
                  <a:schemeClr val="bg2">
                    <a:lumMod val="50000"/>
                  </a:schemeClr>
                </a:solidFill>
                <a:latin typeface="Gill Sans"/>
                <a:ea typeface="ＭＳ Ｐゴシック" charset="0"/>
              </a:rPr>
              <a:t>Stream vs Datagram Socket</a:t>
            </a:r>
            <a:endParaRPr dirty="0">
              <a:solidFill>
                <a:schemeClr val="bg2">
                  <a:lumMod val="50000"/>
                </a:schemeClr>
              </a:solidFill>
            </a:endParaRPr>
          </a:p>
        </p:txBody>
      </p:sp>
      <p:sp>
        <p:nvSpPr>
          <p:cNvPr id="2" name="AutoShape 2" descr="Client-server Application - OOS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Client-server Application - OOS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2" descr="Socket in Computer Network - GeeksforGeeks"/>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Socket in Computer Network - GeeksforGeeks"/>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6" descr="Socket-in-Computer-Network-1"/>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8" descr="Socket-in-Computer-Network-2"/>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10" name="Table 9"/>
          <p:cNvGraphicFramePr>
            <a:graphicFrameLocks noGrp="1"/>
          </p:cNvGraphicFramePr>
          <p:nvPr>
            <p:extLst>
              <p:ext uri="{D42A27DB-BD31-4B8C-83A1-F6EECF244321}">
                <p14:modId xmlns:p14="http://schemas.microsoft.com/office/powerpoint/2010/main" val="2847694808"/>
              </p:ext>
            </p:extLst>
          </p:nvPr>
        </p:nvGraphicFramePr>
        <p:xfrm>
          <a:off x="307975" y="1074737"/>
          <a:ext cx="8403210" cy="3485072"/>
        </p:xfrm>
        <a:graphic>
          <a:graphicData uri="http://schemas.openxmlformats.org/drawingml/2006/table">
            <a:tbl>
              <a:tblPr firstRow="1" bandRow="1">
                <a:tableStyleId>{0505E3EF-67EA-436B-97B2-0124C06EBD24}</a:tableStyleId>
              </a:tblPr>
              <a:tblGrid>
                <a:gridCol w="2459609">
                  <a:extLst>
                    <a:ext uri="{9D8B030D-6E8A-4147-A177-3AD203B41FA5}">
                      <a16:colId xmlns:a16="http://schemas.microsoft.com/office/drawing/2014/main" val="3860633943"/>
                    </a:ext>
                  </a:extLst>
                </a:gridCol>
                <a:gridCol w="3142531">
                  <a:extLst>
                    <a:ext uri="{9D8B030D-6E8A-4147-A177-3AD203B41FA5}">
                      <a16:colId xmlns:a16="http://schemas.microsoft.com/office/drawing/2014/main" val="1378063796"/>
                    </a:ext>
                  </a:extLst>
                </a:gridCol>
                <a:gridCol w="2801070">
                  <a:extLst>
                    <a:ext uri="{9D8B030D-6E8A-4147-A177-3AD203B41FA5}">
                      <a16:colId xmlns:a16="http://schemas.microsoft.com/office/drawing/2014/main" val="3216207760"/>
                    </a:ext>
                  </a:extLst>
                </a:gridCol>
              </a:tblGrid>
              <a:tr h="540582">
                <a:tc>
                  <a:txBody>
                    <a:bodyPr/>
                    <a:lstStyle/>
                    <a:p>
                      <a:pPr algn="ctr"/>
                      <a:r>
                        <a:rPr lang="en-US" sz="1600" dirty="0"/>
                        <a:t>Operation</a:t>
                      </a:r>
                      <a:endParaRPr lang="en-US" sz="1600" dirty="0">
                        <a:latin typeface="Gill Sans"/>
                      </a:endParaRPr>
                    </a:p>
                  </a:txBody>
                  <a:tcPr/>
                </a:tc>
                <a:tc>
                  <a:txBody>
                    <a:bodyPr/>
                    <a:lstStyle/>
                    <a:p>
                      <a:pPr algn="ctr"/>
                      <a:r>
                        <a:rPr lang="en-US" sz="1600" dirty="0"/>
                        <a:t>Stream</a:t>
                      </a:r>
                      <a:r>
                        <a:rPr lang="en-US" sz="1600" baseline="0" dirty="0"/>
                        <a:t> socket</a:t>
                      </a:r>
                      <a:endParaRPr lang="en-US" sz="1600" dirty="0">
                        <a:latin typeface="Gill Sans"/>
                      </a:endParaRPr>
                    </a:p>
                  </a:txBody>
                  <a:tcPr/>
                </a:tc>
                <a:tc>
                  <a:txBody>
                    <a:bodyPr/>
                    <a:lstStyle/>
                    <a:p>
                      <a:pPr algn="ctr"/>
                      <a:r>
                        <a:rPr lang="en-US" sz="1600" dirty="0"/>
                        <a:t>Datagram</a:t>
                      </a:r>
                      <a:r>
                        <a:rPr lang="en-US" sz="1600" baseline="0" dirty="0"/>
                        <a:t> socket</a:t>
                      </a:r>
                      <a:endParaRPr lang="en-US" sz="1600" dirty="0">
                        <a:latin typeface="Gill Sans"/>
                      </a:endParaRPr>
                    </a:p>
                  </a:txBody>
                  <a:tcPr/>
                </a:tc>
                <a:extLst>
                  <a:ext uri="{0D108BD9-81ED-4DB2-BD59-A6C34878D82A}">
                    <a16:rowId xmlns:a16="http://schemas.microsoft.com/office/drawing/2014/main" val="2384185062"/>
                  </a:ext>
                </a:extLst>
              </a:tr>
              <a:tr h="794020">
                <a:tc>
                  <a:txBody>
                    <a:bodyPr/>
                    <a:lstStyle/>
                    <a:p>
                      <a:pPr algn="ctr"/>
                      <a:r>
                        <a:rPr lang="en-US" sz="1600" dirty="0">
                          <a:latin typeface="Gill Sans"/>
                        </a:rPr>
                        <a:t>Creating the socket</a:t>
                      </a:r>
                    </a:p>
                  </a:txBody>
                  <a:tcPr>
                    <a:solidFill>
                      <a:schemeClr val="bg1"/>
                    </a:solidFill>
                  </a:tcPr>
                </a:tc>
                <a:tc>
                  <a:txBody>
                    <a:bodyPr/>
                    <a:lstStyle/>
                    <a:p>
                      <a:pPr algn="ctr"/>
                      <a:r>
                        <a:rPr lang="en-US" sz="1600" dirty="0">
                          <a:latin typeface="Gill Sans"/>
                        </a:rPr>
                        <a:t>socket.socket(</a:t>
                      </a:r>
                      <a:r>
                        <a:rPr lang="en-US" sz="1600" dirty="0" err="1">
                          <a:latin typeface="Gill Sans"/>
                        </a:rPr>
                        <a:t>socket.AF_INET</a:t>
                      </a:r>
                      <a:r>
                        <a:rPr lang="en-US" sz="1600" dirty="0">
                          <a:latin typeface="Gill Sans"/>
                        </a:rPr>
                        <a:t>,</a:t>
                      </a:r>
                      <a:r>
                        <a:rPr lang="en-US" sz="1600" baseline="0" dirty="0">
                          <a:latin typeface="Gill Sans"/>
                        </a:rPr>
                        <a:t> socket.SOCK_STREAM)</a:t>
                      </a:r>
                      <a:endParaRPr lang="en-US" sz="1600" b="0" dirty="0">
                        <a:latin typeface="Gill Sans"/>
                      </a:endParaRPr>
                    </a:p>
                  </a:txBody>
                  <a:tcPr>
                    <a:solidFill>
                      <a:schemeClr val="bg1"/>
                    </a:solidFill>
                  </a:tcPr>
                </a:tc>
                <a:tc>
                  <a:txBody>
                    <a:bodyPr/>
                    <a:lstStyle/>
                    <a:p>
                      <a:pPr algn="ctr"/>
                      <a:r>
                        <a:rPr lang="en-US" sz="1600" dirty="0">
                          <a:latin typeface="Gill Sans"/>
                        </a:rPr>
                        <a:t>socket.socket(</a:t>
                      </a:r>
                      <a:r>
                        <a:rPr lang="en-US" sz="1600" dirty="0" err="1">
                          <a:latin typeface="Gill Sans"/>
                        </a:rPr>
                        <a:t>socket.AF_INET</a:t>
                      </a:r>
                      <a:r>
                        <a:rPr lang="en-US" sz="1600" dirty="0">
                          <a:latin typeface="Gill Sans"/>
                        </a:rPr>
                        <a:t>,</a:t>
                      </a:r>
                      <a:r>
                        <a:rPr lang="en-US" sz="1600" baseline="0" dirty="0">
                          <a:latin typeface="Gill Sans"/>
                        </a:rPr>
                        <a:t> socket.SOCK_DGRAM)</a:t>
                      </a:r>
                      <a:endParaRPr lang="en-US" sz="1600" dirty="0">
                        <a:latin typeface="Gill Sans"/>
                      </a:endParaRPr>
                    </a:p>
                  </a:txBody>
                  <a:tcPr>
                    <a:solidFill>
                      <a:schemeClr val="bg1"/>
                    </a:solidFill>
                  </a:tcPr>
                </a:tc>
                <a:extLst>
                  <a:ext uri="{0D108BD9-81ED-4DB2-BD59-A6C34878D82A}">
                    <a16:rowId xmlns:a16="http://schemas.microsoft.com/office/drawing/2014/main" val="2313911020"/>
                  </a:ext>
                </a:extLst>
              </a:tr>
              <a:tr h="1157945">
                <a:tc>
                  <a:txBody>
                    <a:bodyPr/>
                    <a:lstStyle/>
                    <a:p>
                      <a:pPr algn="ctr"/>
                      <a:r>
                        <a:rPr lang="en-US" sz="1600" dirty="0">
                          <a:latin typeface="Gill Sans"/>
                        </a:rPr>
                        <a:t>Connecting</a:t>
                      </a:r>
                    </a:p>
                  </a:txBody>
                  <a:tcPr>
                    <a:solidFill>
                      <a:schemeClr val="bg1"/>
                    </a:solidFill>
                  </a:tcPr>
                </a:tc>
                <a:tc>
                  <a:txBody>
                    <a:bodyPr/>
                    <a:lstStyle/>
                    <a:p>
                      <a:r>
                        <a:rPr lang="en-US" sz="1600" dirty="0">
                          <a:latin typeface="Gill Sans"/>
                        </a:rPr>
                        <a:t>***.connect((“IP”, “Port”)) #</a:t>
                      </a:r>
                      <a:r>
                        <a:rPr lang="en-US" sz="1600" baseline="0" dirty="0">
                          <a:latin typeface="Gill Sans"/>
                        </a:rPr>
                        <a:t> client</a:t>
                      </a:r>
                    </a:p>
                    <a:p>
                      <a:r>
                        <a:rPr lang="en-US" sz="1600" baseline="0" dirty="0">
                          <a:latin typeface="Gill Sans"/>
                        </a:rPr>
                        <a:t>***.listen() and *.accept() # server</a:t>
                      </a:r>
                      <a:endParaRPr lang="en-US" sz="1600" dirty="0">
                        <a:latin typeface="Gill Sans"/>
                      </a:endParaRPr>
                    </a:p>
                  </a:txBody>
                  <a:tcPr>
                    <a:solidFill>
                      <a:schemeClr val="bg1"/>
                    </a:solidFill>
                  </a:tcPr>
                </a:tc>
                <a:tc>
                  <a:txBody>
                    <a:bodyPr/>
                    <a:lstStyle/>
                    <a:p>
                      <a:pPr algn="ctr"/>
                      <a:endParaRPr lang="en-US" sz="1600" dirty="0" smtClean="0">
                        <a:latin typeface="Gill Sans"/>
                      </a:endParaRPr>
                    </a:p>
                    <a:p>
                      <a:pPr algn="ctr"/>
                      <a:r>
                        <a:rPr lang="en-US" sz="1600" dirty="0" smtClean="0">
                          <a:latin typeface="Gill Sans"/>
                        </a:rPr>
                        <a:t>N/A</a:t>
                      </a:r>
                      <a:endParaRPr lang="en-US" sz="1600" dirty="0">
                        <a:latin typeface="Gill Sans"/>
                      </a:endParaRPr>
                    </a:p>
                  </a:txBody>
                  <a:tcPr>
                    <a:solidFill>
                      <a:schemeClr val="bg1"/>
                    </a:solidFill>
                  </a:tcPr>
                </a:tc>
                <a:extLst>
                  <a:ext uri="{0D108BD9-81ED-4DB2-BD59-A6C34878D82A}">
                    <a16:rowId xmlns:a16="http://schemas.microsoft.com/office/drawing/2014/main" val="953678162"/>
                  </a:ext>
                </a:extLst>
              </a:tr>
              <a:tr h="628599">
                <a:tc>
                  <a:txBody>
                    <a:bodyPr/>
                    <a:lstStyle/>
                    <a:p>
                      <a:pPr algn="ctr"/>
                      <a:r>
                        <a:rPr lang="en-US" sz="1600" dirty="0">
                          <a:latin typeface="Gill Sans"/>
                        </a:rPr>
                        <a:t>Sending</a:t>
                      </a:r>
                    </a:p>
                  </a:txBody>
                  <a:tcPr>
                    <a:solidFill>
                      <a:schemeClr val="bg1"/>
                    </a:solidFill>
                  </a:tcPr>
                </a:tc>
                <a:tc>
                  <a:txBody>
                    <a:bodyPr/>
                    <a:lstStyle/>
                    <a:p>
                      <a:r>
                        <a:rPr lang="en-US" sz="1600" dirty="0">
                          <a:latin typeface="Gill Sans"/>
                        </a:rPr>
                        <a:t>***.send(“encoded message”)</a:t>
                      </a:r>
                    </a:p>
                  </a:txBody>
                  <a:tcPr>
                    <a:solidFill>
                      <a:schemeClr val="bg1"/>
                    </a:solidFill>
                  </a:tcPr>
                </a:tc>
                <a:tc>
                  <a:txBody>
                    <a:bodyPr/>
                    <a:lstStyle/>
                    <a:p>
                      <a:r>
                        <a:rPr lang="en-US" sz="1600" dirty="0">
                          <a:latin typeface="Gill Sans"/>
                        </a:rPr>
                        <a:t>***.sendto(“encoded message”, (address))</a:t>
                      </a:r>
                    </a:p>
                  </a:txBody>
                  <a:tcPr>
                    <a:solidFill>
                      <a:schemeClr val="bg1"/>
                    </a:solidFill>
                  </a:tcPr>
                </a:tc>
                <a:extLst>
                  <a:ext uri="{0D108BD9-81ED-4DB2-BD59-A6C34878D82A}">
                    <a16:rowId xmlns:a16="http://schemas.microsoft.com/office/drawing/2014/main" val="2477803819"/>
                  </a:ext>
                </a:extLst>
              </a:tr>
              <a:tr h="363926">
                <a:tc>
                  <a:txBody>
                    <a:bodyPr/>
                    <a:lstStyle/>
                    <a:p>
                      <a:pPr algn="ctr"/>
                      <a:r>
                        <a:rPr lang="en-US" sz="1600" dirty="0">
                          <a:latin typeface="Gill Sans"/>
                        </a:rPr>
                        <a:t>Receiving</a:t>
                      </a:r>
                    </a:p>
                  </a:txBody>
                  <a:tcPr>
                    <a:solidFill>
                      <a:schemeClr val="bg1"/>
                    </a:solidFill>
                  </a:tcPr>
                </a:tc>
                <a:tc>
                  <a:txBody>
                    <a:bodyPr/>
                    <a:lstStyle/>
                    <a:p>
                      <a:r>
                        <a:rPr lang="en-US" sz="1600" dirty="0">
                          <a:latin typeface="Gill Sans"/>
                        </a:rPr>
                        <a:t>***.recv(#buffer size)</a:t>
                      </a:r>
                    </a:p>
                  </a:txBody>
                  <a:tcPr>
                    <a:solidFill>
                      <a:schemeClr val="bg1"/>
                    </a:solidFill>
                  </a:tcPr>
                </a:tc>
                <a:tc>
                  <a:txBody>
                    <a:bodyPr/>
                    <a:lstStyle/>
                    <a:p>
                      <a:r>
                        <a:rPr lang="en-US" sz="1600" dirty="0">
                          <a:latin typeface="Gill Sans"/>
                        </a:rPr>
                        <a:t>***.</a:t>
                      </a:r>
                      <a:r>
                        <a:rPr lang="en-US" sz="1600" dirty="0" err="1">
                          <a:latin typeface="Gill Sans"/>
                        </a:rPr>
                        <a:t>recvfrom</a:t>
                      </a:r>
                      <a:r>
                        <a:rPr lang="en-US" sz="1600" dirty="0">
                          <a:latin typeface="Gill Sans"/>
                        </a:rPr>
                        <a:t>(1024)</a:t>
                      </a:r>
                    </a:p>
                  </a:txBody>
                  <a:tcPr>
                    <a:solidFill>
                      <a:schemeClr val="bg1"/>
                    </a:solidFill>
                  </a:tcPr>
                </a:tc>
                <a:extLst>
                  <a:ext uri="{0D108BD9-81ED-4DB2-BD59-A6C34878D82A}">
                    <a16:rowId xmlns:a16="http://schemas.microsoft.com/office/drawing/2014/main" val="1331738136"/>
                  </a:ext>
                </a:extLst>
              </a:tr>
            </a:tbl>
          </a:graphicData>
        </a:graphic>
      </p:graphicFrame>
    </p:spTree>
    <p:extLst>
      <p:ext uri="{BB962C8B-B14F-4D97-AF65-F5344CB8AC3E}">
        <p14:creationId xmlns:p14="http://schemas.microsoft.com/office/powerpoint/2010/main" val="407107188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03"/>
        <p:cNvGrpSpPr/>
        <p:nvPr/>
      </p:nvGrpSpPr>
      <p:grpSpPr>
        <a:xfrm>
          <a:off x="0" y="0"/>
          <a:ext cx="0" cy="0"/>
          <a:chOff x="0" y="0"/>
          <a:chExt cx="0" cy="0"/>
        </a:xfrm>
      </p:grpSpPr>
      <p:sp>
        <p:nvSpPr>
          <p:cNvPr id="1504" name="Google Shape;1504;p31"/>
          <p:cNvSpPr txBox="1">
            <a:spLocks noGrp="1"/>
          </p:cNvSpPr>
          <p:nvPr>
            <p:ph type="title"/>
          </p:nvPr>
        </p:nvSpPr>
        <p:spPr>
          <a:xfrm>
            <a:off x="1580382" y="770729"/>
            <a:ext cx="6217800" cy="174754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8800" dirty="0" smtClean="0"/>
              <a:t>Let’s Code</a:t>
            </a:r>
            <a:endParaRPr sz="8800" dirty="0"/>
          </a:p>
        </p:txBody>
      </p:sp>
      <p:grpSp>
        <p:nvGrpSpPr>
          <p:cNvPr id="1507" name="Google Shape;1507;p31"/>
          <p:cNvGrpSpPr/>
          <p:nvPr/>
        </p:nvGrpSpPr>
        <p:grpSpPr>
          <a:xfrm rot="6922716">
            <a:off x="7561124" y="746898"/>
            <a:ext cx="435969" cy="322677"/>
            <a:chOff x="8529533" y="681525"/>
            <a:chExt cx="435967" cy="322675"/>
          </a:xfrm>
        </p:grpSpPr>
        <p:sp>
          <p:nvSpPr>
            <p:cNvPr id="1508" name="Google Shape;1508;p31"/>
            <p:cNvSpPr/>
            <p:nvPr/>
          </p:nvSpPr>
          <p:spPr>
            <a:xfrm rot="10800000">
              <a:off x="8529533" y="886943"/>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09" name="Google Shape;1509;p31"/>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10" name="Google Shape;1510;p31"/>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511" name="Google Shape;1511;p31"/>
          <p:cNvGrpSpPr/>
          <p:nvPr/>
        </p:nvGrpSpPr>
        <p:grpSpPr>
          <a:xfrm>
            <a:off x="970225" y="3797250"/>
            <a:ext cx="406275" cy="563575"/>
            <a:chOff x="140150" y="4340075"/>
            <a:chExt cx="406275" cy="563575"/>
          </a:xfrm>
        </p:grpSpPr>
        <p:sp>
          <p:nvSpPr>
            <p:cNvPr id="1512" name="Google Shape;1512;p31"/>
            <p:cNvSpPr/>
            <p:nvPr/>
          </p:nvSpPr>
          <p:spPr>
            <a:xfrm rot="10800000">
              <a:off x="140150" y="434007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13" name="Google Shape;1513;p31"/>
            <p:cNvSpPr/>
            <p:nvPr/>
          </p:nvSpPr>
          <p:spPr>
            <a:xfrm rot="10800000">
              <a:off x="298325" y="4657175"/>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14" name="Google Shape;1514;p31"/>
            <p:cNvSpPr/>
            <p:nvPr/>
          </p:nvSpPr>
          <p:spPr>
            <a:xfrm rot="10800000">
              <a:off x="495125" y="485235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15" name="Google Shape;1515;p31"/>
            <p:cNvSpPr/>
            <p:nvPr/>
          </p:nvSpPr>
          <p:spPr>
            <a:xfrm rot="10800000">
              <a:off x="165050" y="4657175"/>
              <a:ext cx="51300" cy="51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38" name="Google Shape;8823;p65"/>
          <p:cNvGrpSpPr/>
          <p:nvPr/>
        </p:nvGrpSpPr>
        <p:grpSpPr>
          <a:xfrm>
            <a:off x="3814600" y="2725007"/>
            <a:ext cx="1749363" cy="1584518"/>
            <a:chOff x="-1183550" y="3586525"/>
            <a:chExt cx="296175" cy="290550"/>
          </a:xfrm>
          <a:solidFill>
            <a:schemeClr val="accent2">
              <a:lumMod val="50000"/>
            </a:schemeClr>
          </a:solidFill>
        </p:grpSpPr>
        <p:sp>
          <p:nvSpPr>
            <p:cNvPr id="39" name="Google Shape;8824;p65"/>
            <p:cNvSpPr/>
            <p:nvPr/>
          </p:nvSpPr>
          <p:spPr>
            <a:xfrm>
              <a:off x="-927575" y="3671500"/>
              <a:ext cx="40200" cy="16575"/>
            </a:xfrm>
            <a:custGeom>
              <a:avLst/>
              <a:gdLst/>
              <a:ahLst/>
              <a:cxnLst/>
              <a:rect l="l" t="t" r="r" b="b"/>
              <a:pathLst>
                <a:path w="1608" h="663" extrusionOk="0">
                  <a:moveTo>
                    <a:pt x="473" y="0"/>
                  </a:moveTo>
                  <a:cubicBezTo>
                    <a:pt x="32" y="0"/>
                    <a:pt x="1" y="662"/>
                    <a:pt x="473" y="662"/>
                  </a:cubicBezTo>
                  <a:lnTo>
                    <a:pt x="1135" y="662"/>
                  </a:lnTo>
                  <a:cubicBezTo>
                    <a:pt x="1145" y="663"/>
                    <a:pt x="1156" y="663"/>
                    <a:pt x="1166" y="663"/>
                  </a:cubicBezTo>
                  <a:cubicBezTo>
                    <a:pt x="1607" y="663"/>
                    <a:pt x="1597" y="0"/>
                    <a:pt x="113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8825;p65"/>
            <p:cNvSpPr/>
            <p:nvPr/>
          </p:nvSpPr>
          <p:spPr>
            <a:xfrm>
              <a:off x="-1183550" y="3671500"/>
              <a:ext cx="39400" cy="16575"/>
            </a:xfrm>
            <a:custGeom>
              <a:avLst/>
              <a:gdLst/>
              <a:ahLst/>
              <a:cxnLst/>
              <a:rect l="l" t="t" r="r" b="b"/>
              <a:pathLst>
                <a:path w="1576" h="663" extrusionOk="0">
                  <a:moveTo>
                    <a:pt x="473" y="0"/>
                  </a:moveTo>
                  <a:cubicBezTo>
                    <a:pt x="32" y="0"/>
                    <a:pt x="1" y="662"/>
                    <a:pt x="473" y="662"/>
                  </a:cubicBezTo>
                  <a:lnTo>
                    <a:pt x="1135" y="662"/>
                  </a:lnTo>
                  <a:cubicBezTo>
                    <a:pt x="1145" y="663"/>
                    <a:pt x="1154" y="663"/>
                    <a:pt x="1163" y="663"/>
                  </a:cubicBezTo>
                  <a:cubicBezTo>
                    <a:pt x="1576" y="663"/>
                    <a:pt x="1566" y="0"/>
                    <a:pt x="113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8826;p65"/>
            <p:cNvSpPr/>
            <p:nvPr/>
          </p:nvSpPr>
          <p:spPr>
            <a:xfrm>
              <a:off x="-944250" y="3603025"/>
              <a:ext cx="39525" cy="26375"/>
            </a:xfrm>
            <a:custGeom>
              <a:avLst/>
              <a:gdLst/>
              <a:ahLst/>
              <a:cxnLst/>
              <a:rect l="l" t="t" r="r" b="b"/>
              <a:pathLst>
                <a:path w="1581" h="1055" extrusionOk="0">
                  <a:moveTo>
                    <a:pt x="1086" y="1"/>
                  </a:moveTo>
                  <a:cubicBezTo>
                    <a:pt x="1024" y="1"/>
                    <a:pt x="957" y="19"/>
                    <a:pt x="888" y="61"/>
                  </a:cubicBezTo>
                  <a:lnTo>
                    <a:pt x="321" y="408"/>
                  </a:lnTo>
                  <a:cubicBezTo>
                    <a:pt x="0" y="595"/>
                    <a:pt x="179" y="1054"/>
                    <a:pt x="490" y="1054"/>
                  </a:cubicBezTo>
                  <a:cubicBezTo>
                    <a:pt x="546" y="1054"/>
                    <a:pt x="606" y="1040"/>
                    <a:pt x="668" y="1006"/>
                  </a:cubicBezTo>
                  <a:lnTo>
                    <a:pt x="1266" y="660"/>
                  </a:lnTo>
                  <a:cubicBezTo>
                    <a:pt x="1581" y="450"/>
                    <a:pt x="1394" y="1"/>
                    <a:pt x="108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8827;p65"/>
            <p:cNvSpPr/>
            <p:nvPr/>
          </p:nvSpPr>
          <p:spPr>
            <a:xfrm>
              <a:off x="-1166200" y="3731225"/>
              <a:ext cx="39700" cy="26075"/>
            </a:xfrm>
            <a:custGeom>
              <a:avLst/>
              <a:gdLst/>
              <a:ahLst/>
              <a:cxnLst/>
              <a:rect l="l" t="t" r="r" b="b"/>
              <a:pathLst>
                <a:path w="1588" h="1043" extrusionOk="0">
                  <a:moveTo>
                    <a:pt x="1071" y="1"/>
                  </a:moveTo>
                  <a:cubicBezTo>
                    <a:pt x="1021" y="1"/>
                    <a:pt x="968" y="12"/>
                    <a:pt x="913" y="37"/>
                  </a:cubicBezTo>
                  <a:lnTo>
                    <a:pt x="315" y="384"/>
                  </a:lnTo>
                  <a:cubicBezTo>
                    <a:pt x="0" y="593"/>
                    <a:pt x="187" y="1043"/>
                    <a:pt x="495" y="1043"/>
                  </a:cubicBezTo>
                  <a:cubicBezTo>
                    <a:pt x="557" y="1043"/>
                    <a:pt x="624" y="1025"/>
                    <a:pt x="693" y="982"/>
                  </a:cubicBezTo>
                  <a:lnTo>
                    <a:pt x="1260" y="636"/>
                  </a:lnTo>
                  <a:cubicBezTo>
                    <a:pt x="1587" y="472"/>
                    <a:pt x="1395" y="1"/>
                    <a:pt x="107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8828;p65"/>
            <p:cNvSpPr/>
            <p:nvPr/>
          </p:nvSpPr>
          <p:spPr>
            <a:xfrm>
              <a:off x="-944925" y="3730950"/>
              <a:ext cx="40200" cy="26375"/>
            </a:xfrm>
            <a:custGeom>
              <a:avLst/>
              <a:gdLst/>
              <a:ahLst/>
              <a:cxnLst/>
              <a:rect l="l" t="t" r="r" b="b"/>
              <a:pathLst>
                <a:path w="1608" h="1055" extrusionOk="0">
                  <a:moveTo>
                    <a:pt x="515" y="0"/>
                  </a:moveTo>
                  <a:cubicBezTo>
                    <a:pt x="198" y="0"/>
                    <a:pt x="1" y="460"/>
                    <a:pt x="348" y="647"/>
                  </a:cubicBezTo>
                  <a:lnTo>
                    <a:pt x="915" y="993"/>
                  </a:lnTo>
                  <a:cubicBezTo>
                    <a:pt x="984" y="1036"/>
                    <a:pt x="1052" y="1054"/>
                    <a:pt x="1114" y="1054"/>
                  </a:cubicBezTo>
                  <a:cubicBezTo>
                    <a:pt x="1421" y="1054"/>
                    <a:pt x="1608" y="609"/>
                    <a:pt x="1293" y="426"/>
                  </a:cubicBezTo>
                  <a:lnTo>
                    <a:pt x="695" y="48"/>
                  </a:lnTo>
                  <a:cubicBezTo>
                    <a:pt x="633" y="15"/>
                    <a:pt x="572" y="0"/>
                    <a:pt x="51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8829;p65"/>
            <p:cNvSpPr/>
            <p:nvPr/>
          </p:nvSpPr>
          <p:spPr>
            <a:xfrm>
              <a:off x="-1167000" y="3603025"/>
              <a:ext cx="40200" cy="26375"/>
            </a:xfrm>
            <a:custGeom>
              <a:avLst/>
              <a:gdLst/>
              <a:ahLst/>
              <a:cxnLst/>
              <a:rect l="l" t="t" r="r" b="b"/>
              <a:pathLst>
                <a:path w="1608" h="1055" extrusionOk="0">
                  <a:moveTo>
                    <a:pt x="477" y="1"/>
                  </a:moveTo>
                  <a:cubicBezTo>
                    <a:pt x="188" y="1"/>
                    <a:pt x="1" y="450"/>
                    <a:pt x="315" y="660"/>
                  </a:cubicBezTo>
                  <a:lnTo>
                    <a:pt x="914" y="1006"/>
                  </a:lnTo>
                  <a:cubicBezTo>
                    <a:pt x="981" y="1040"/>
                    <a:pt x="1044" y="1054"/>
                    <a:pt x="1103" y="1054"/>
                  </a:cubicBezTo>
                  <a:cubicBezTo>
                    <a:pt x="1434" y="1054"/>
                    <a:pt x="1608" y="595"/>
                    <a:pt x="1260" y="408"/>
                  </a:cubicBezTo>
                  <a:lnTo>
                    <a:pt x="662" y="61"/>
                  </a:lnTo>
                  <a:cubicBezTo>
                    <a:pt x="598" y="19"/>
                    <a:pt x="536" y="1"/>
                    <a:pt x="47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8830;p65"/>
            <p:cNvSpPr/>
            <p:nvPr/>
          </p:nvSpPr>
          <p:spPr>
            <a:xfrm>
              <a:off x="-1065400" y="3658900"/>
              <a:ext cx="59875" cy="77200"/>
            </a:xfrm>
            <a:custGeom>
              <a:avLst/>
              <a:gdLst/>
              <a:ahLst/>
              <a:cxnLst/>
              <a:rect l="l" t="t" r="r" b="b"/>
              <a:pathLst>
                <a:path w="2395" h="3088" extrusionOk="0">
                  <a:moveTo>
                    <a:pt x="882" y="0"/>
                  </a:moveTo>
                  <a:lnTo>
                    <a:pt x="0" y="1355"/>
                  </a:lnTo>
                  <a:lnTo>
                    <a:pt x="1355" y="1922"/>
                  </a:lnTo>
                  <a:cubicBezTo>
                    <a:pt x="1450" y="1953"/>
                    <a:pt x="1544" y="2111"/>
                    <a:pt x="1544" y="2237"/>
                  </a:cubicBezTo>
                  <a:lnTo>
                    <a:pt x="1544" y="3088"/>
                  </a:lnTo>
                  <a:lnTo>
                    <a:pt x="2395" y="1733"/>
                  </a:lnTo>
                  <a:lnTo>
                    <a:pt x="1071" y="1166"/>
                  </a:lnTo>
                  <a:cubicBezTo>
                    <a:pt x="945" y="1134"/>
                    <a:pt x="882" y="1008"/>
                    <a:pt x="882" y="851"/>
                  </a:cubicBezTo>
                  <a:lnTo>
                    <a:pt x="88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8831;p65"/>
            <p:cNvSpPr/>
            <p:nvPr/>
          </p:nvSpPr>
          <p:spPr>
            <a:xfrm>
              <a:off x="-1078000" y="3809325"/>
              <a:ext cx="85075" cy="67750"/>
            </a:xfrm>
            <a:custGeom>
              <a:avLst/>
              <a:gdLst/>
              <a:ahLst/>
              <a:cxnLst/>
              <a:rect l="l" t="t" r="r" b="b"/>
              <a:pathLst>
                <a:path w="3403" h="2710" extrusionOk="0">
                  <a:moveTo>
                    <a:pt x="0" y="1"/>
                  </a:moveTo>
                  <a:lnTo>
                    <a:pt x="0" y="662"/>
                  </a:lnTo>
                  <a:lnTo>
                    <a:pt x="1008" y="662"/>
                  </a:lnTo>
                  <a:cubicBezTo>
                    <a:pt x="1449" y="662"/>
                    <a:pt x="1481" y="1324"/>
                    <a:pt x="1008" y="1324"/>
                  </a:cubicBezTo>
                  <a:lnTo>
                    <a:pt x="0" y="1324"/>
                  </a:lnTo>
                  <a:lnTo>
                    <a:pt x="0" y="1670"/>
                  </a:lnTo>
                  <a:cubicBezTo>
                    <a:pt x="0" y="2237"/>
                    <a:pt x="473" y="2710"/>
                    <a:pt x="1008" y="2710"/>
                  </a:cubicBezTo>
                  <a:lnTo>
                    <a:pt x="2395" y="2710"/>
                  </a:lnTo>
                  <a:cubicBezTo>
                    <a:pt x="2962" y="2710"/>
                    <a:pt x="3403" y="2237"/>
                    <a:pt x="3403" y="1670"/>
                  </a:cubicBezTo>
                  <a:lnTo>
                    <a:pt x="3403" y="1324"/>
                  </a:lnTo>
                  <a:lnTo>
                    <a:pt x="2395" y="1324"/>
                  </a:lnTo>
                  <a:cubicBezTo>
                    <a:pt x="1954" y="1324"/>
                    <a:pt x="1922" y="662"/>
                    <a:pt x="2395" y="662"/>
                  </a:cubicBezTo>
                  <a:lnTo>
                    <a:pt x="3403" y="662"/>
                  </a:lnTo>
                  <a:lnTo>
                    <a:pt x="340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8832;p65"/>
            <p:cNvSpPr/>
            <p:nvPr/>
          </p:nvSpPr>
          <p:spPr>
            <a:xfrm>
              <a:off x="-1135500" y="3586525"/>
              <a:ext cx="193775" cy="204700"/>
            </a:xfrm>
            <a:custGeom>
              <a:avLst/>
              <a:gdLst/>
              <a:ahLst/>
              <a:cxnLst/>
              <a:rect l="l" t="t" r="r" b="b"/>
              <a:pathLst>
                <a:path w="7751" h="8188" extrusionOk="0">
                  <a:moveTo>
                    <a:pt x="4023" y="1424"/>
                  </a:moveTo>
                  <a:cubicBezTo>
                    <a:pt x="4201" y="1424"/>
                    <a:pt x="4380" y="1561"/>
                    <a:pt x="4380" y="1761"/>
                  </a:cubicBezTo>
                  <a:lnTo>
                    <a:pt x="4380" y="3588"/>
                  </a:lnTo>
                  <a:lnTo>
                    <a:pt x="5892" y="4124"/>
                  </a:lnTo>
                  <a:cubicBezTo>
                    <a:pt x="5955" y="4187"/>
                    <a:pt x="6049" y="4250"/>
                    <a:pt x="6081" y="4344"/>
                  </a:cubicBezTo>
                  <a:cubicBezTo>
                    <a:pt x="6081" y="4407"/>
                    <a:pt x="6081" y="4533"/>
                    <a:pt x="5986" y="4628"/>
                  </a:cubicBezTo>
                  <a:lnTo>
                    <a:pt x="4285" y="7369"/>
                  </a:lnTo>
                  <a:cubicBezTo>
                    <a:pt x="4222" y="7495"/>
                    <a:pt x="4127" y="7526"/>
                    <a:pt x="4033" y="7526"/>
                  </a:cubicBezTo>
                  <a:lnTo>
                    <a:pt x="3938" y="7526"/>
                  </a:lnTo>
                  <a:cubicBezTo>
                    <a:pt x="3781" y="7495"/>
                    <a:pt x="3718" y="7369"/>
                    <a:pt x="3718" y="7211"/>
                  </a:cubicBezTo>
                  <a:lnTo>
                    <a:pt x="3718" y="5384"/>
                  </a:lnTo>
                  <a:lnTo>
                    <a:pt x="2206" y="4817"/>
                  </a:lnTo>
                  <a:cubicBezTo>
                    <a:pt x="2143" y="4754"/>
                    <a:pt x="2048" y="4691"/>
                    <a:pt x="2017" y="4596"/>
                  </a:cubicBezTo>
                  <a:cubicBezTo>
                    <a:pt x="1985" y="4533"/>
                    <a:pt x="2017" y="4407"/>
                    <a:pt x="2048" y="4344"/>
                  </a:cubicBezTo>
                  <a:lnTo>
                    <a:pt x="3749" y="1572"/>
                  </a:lnTo>
                  <a:cubicBezTo>
                    <a:pt x="3818" y="1469"/>
                    <a:pt x="3920" y="1424"/>
                    <a:pt x="4023" y="1424"/>
                  </a:cubicBezTo>
                  <a:close/>
                  <a:moveTo>
                    <a:pt x="4019" y="1"/>
                  </a:moveTo>
                  <a:cubicBezTo>
                    <a:pt x="3743" y="1"/>
                    <a:pt x="3463" y="31"/>
                    <a:pt x="3182" y="91"/>
                  </a:cubicBezTo>
                  <a:cubicBezTo>
                    <a:pt x="1733" y="406"/>
                    <a:pt x="567" y="1572"/>
                    <a:pt x="284" y="3084"/>
                  </a:cubicBezTo>
                  <a:cubicBezTo>
                    <a:pt x="0" y="4533"/>
                    <a:pt x="599" y="5479"/>
                    <a:pt x="1040" y="6140"/>
                  </a:cubicBezTo>
                  <a:cubicBezTo>
                    <a:pt x="1922" y="7526"/>
                    <a:pt x="1387" y="7526"/>
                    <a:pt x="1670" y="8188"/>
                  </a:cubicBezTo>
                  <a:lnTo>
                    <a:pt x="6301" y="8188"/>
                  </a:lnTo>
                  <a:cubicBezTo>
                    <a:pt x="6553" y="7526"/>
                    <a:pt x="6018" y="7526"/>
                    <a:pt x="6931" y="6109"/>
                  </a:cubicBezTo>
                  <a:cubicBezTo>
                    <a:pt x="7373" y="5447"/>
                    <a:pt x="7719" y="4817"/>
                    <a:pt x="7719" y="3746"/>
                  </a:cubicBezTo>
                  <a:cubicBezTo>
                    <a:pt x="7751" y="2612"/>
                    <a:pt x="7246" y="1540"/>
                    <a:pt x="6396" y="847"/>
                  </a:cubicBezTo>
                  <a:cubicBezTo>
                    <a:pt x="5726" y="297"/>
                    <a:pt x="4892" y="1"/>
                    <a:pt x="401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67191524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09"/>
        <p:cNvGrpSpPr/>
        <p:nvPr/>
      </p:nvGrpSpPr>
      <p:grpSpPr>
        <a:xfrm>
          <a:off x="0" y="0"/>
          <a:ext cx="0" cy="0"/>
          <a:chOff x="0" y="0"/>
          <a:chExt cx="0" cy="0"/>
        </a:xfrm>
      </p:grpSpPr>
      <p:sp>
        <p:nvSpPr>
          <p:cNvPr id="1811" name="Google Shape;1811;p44"/>
          <p:cNvSpPr txBox="1">
            <a:spLocks noGrp="1"/>
          </p:cNvSpPr>
          <p:nvPr>
            <p:ph type="title"/>
          </p:nvPr>
        </p:nvSpPr>
        <p:spPr>
          <a:xfrm>
            <a:off x="699047" y="312738"/>
            <a:ext cx="8213305" cy="572700"/>
          </a:xfrm>
          <a:prstGeom prst="rect">
            <a:avLst/>
          </a:prstGeom>
        </p:spPr>
        <p:txBody>
          <a:bodyPr spcFirstLastPara="1" wrap="square" lIns="91425" tIns="91425" rIns="91425" bIns="91425" anchor="t" anchorCtr="0">
            <a:noAutofit/>
          </a:bodyPr>
          <a:lstStyle/>
          <a:p>
            <a:pPr lvl="0"/>
            <a:r>
              <a:rPr lang="en-US" dirty="0" smtClean="0">
                <a:solidFill>
                  <a:schemeClr val="bg2">
                    <a:lumMod val="50000"/>
                  </a:schemeClr>
                </a:solidFill>
                <a:latin typeface="Gill Sans"/>
                <a:ea typeface="ＭＳ Ｐゴシック" charset="0"/>
              </a:rPr>
              <a:t>Your turn! (Part 2)</a:t>
            </a:r>
            <a:endParaRPr dirty="0">
              <a:solidFill>
                <a:schemeClr val="bg2">
                  <a:lumMod val="50000"/>
                </a:schemeClr>
              </a:solidFill>
            </a:endParaRPr>
          </a:p>
        </p:txBody>
      </p:sp>
      <p:sp>
        <p:nvSpPr>
          <p:cNvPr id="2" name="AutoShape 2" descr="Client-server Application - OOS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Client-server Application - OOS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2" descr="Socket in Computer Network - GeeksforGeeks"/>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Socket in Computer Network - GeeksforGeeks"/>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6" descr="Socket-in-Computer-Network-1"/>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8" descr="Socket-in-Computer-Network-2"/>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0" name="Picture 2" descr="Number Guessing Game Built with PHP- Guess a Number from 1 to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9881" y="1567624"/>
            <a:ext cx="2985679" cy="208997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60375" y="1827782"/>
            <a:ext cx="4827106" cy="1569660"/>
          </a:xfrm>
          <a:prstGeom prst="rect">
            <a:avLst/>
          </a:prstGeom>
        </p:spPr>
        <p:txBody>
          <a:bodyPr wrap="square">
            <a:spAutoFit/>
          </a:bodyPr>
          <a:lstStyle/>
          <a:p>
            <a:pPr marL="0" indent="0">
              <a:buNone/>
            </a:pPr>
            <a:r>
              <a:rPr lang="en-US" sz="1600" b="1" dirty="0">
                <a:solidFill>
                  <a:srgbClr val="C00000"/>
                </a:solidFill>
              </a:rPr>
              <a:t>Write a number guessing game as a client-server application</a:t>
            </a:r>
            <a:r>
              <a:rPr lang="en-US" sz="1600" b="1" dirty="0" smtClean="0">
                <a:solidFill>
                  <a:srgbClr val="C00000"/>
                </a:solidFill>
              </a:rPr>
              <a:t>.</a:t>
            </a:r>
          </a:p>
          <a:p>
            <a:pPr marL="0" indent="0">
              <a:buNone/>
            </a:pPr>
            <a:endParaRPr lang="en-US" sz="1600" dirty="0"/>
          </a:p>
          <a:p>
            <a:pPr marL="285750" indent="-285750">
              <a:buFont typeface="Wingdings" panose="05000000000000000000" pitchFamily="2" charset="2"/>
              <a:buChar char="§"/>
            </a:pPr>
            <a:r>
              <a:rPr lang="en-US" sz="1600" dirty="0" smtClean="0"/>
              <a:t>Let </a:t>
            </a:r>
            <a:r>
              <a:rPr lang="en-US" sz="1600" dirty="0"/>
              <a:t>the server generate the number and give the user multiple tries to guess the number.</a:t>
            </a:r>
          </a:p>
          <a:p>
            <a:pPr marL="285750" indent="-285750">
              <a:buFont typeface="Wingdings" panose="05000000000000000000" pitchFamily="2" charset="2"/>
              <a:buChar char="§"/>
            </a:pPr>
            <a:r>
              <a:rPr lang="en-US" sz="1600" dirty="0"/>
              <a:t>Use the TCP protocol.</a:t>
            </a:r>
            <a:endParaRPr lang="en-US" sz="1600" dirty="0"/>
          </a:p>
        </p:txBody>
      </p:sp>
    </p:spTree>
    <p:extLst>
      <p:ext uri="{BB962C8B-B14F-4D97-AF65-F5344CB8AC3E}">
        <p14:creationId xmlns:p14="http://schemas.microsoft.com/office/powerpoint/2010/main" val="204570276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09"/>
        <p:cNvGrpSpPr/>
        <p:nvPr/>
      </p:nvGrpSpPr>
      <p:grpSpPr>
        <a:xfrm>
          <a:off x="0" y="0"/>
          <a:ext cx="0" cy="0"/>
          <a:chOff x="0" y="0"/>
          <a:chExt cx="0" cy="0"/>
        </a:xfrm>
      </p:grpSpPr>
      <p:sp>
        <p:nvSpPr>
          <p:cNvPr id="1811" name="Google Shape;1811;p44"/>
          <p:cNvSpPr txBox="1">
            <a:spLocks noGrp="1"/>
          </p:cNvSpPr>
          <p:nvPr>
            <p:ph type="title"/>
          </p:nvPr>
        </p:nvSpPr>
        <p:spPr>
          <a:xfrm>
            <a:off x="699047" y="312738"/>
            <a:ext cx="8213305" cy="572700"/>
          </a:xfrm>
          <a:prstGeom prst="rect">
            <a:avLst/>
          </a:prstGeom>
        </p:spPr>
        <p:txBody>
          <a:bodyPr spcFirstLastPara="1" wrap="square" lIns="91425" tIns="91425" rIns="91425" bIns="91425" anchor="t" anchorCtr="0">
            <a:noAutofit/>
          </a:bodyPr>
          <a:lstStyle/>
          <a:p>
            <a:pPr lvl="0"/>
            <a:r>
              <a:rPr lang="en-US" dirty="0" smtClean="0">
                <a:solidFill>
                  <a:schemeClr val="bg2">
                    <a:lumMod val="50000"/>
                  </a:schemeClr>
                </a:solidFill>
                <a:latin typeface="Gill Sans"/>
                <a:ea typeface="ＭＳ Ｐゴシック" charset="0"/>
              </a:rPr>
              <a:t>Practice Exercise</a:t>
            </a:r>
            <a:endParaRPr dirty="0">
              <a:solidFill>
                <a:schemeClr val="bg2">
                  <a:lumMod val="50000"/>
                </a:schemeClr>
              </a:solidFill>
            </a:endParaRPr>
          </a:p>
        </p:txBody>
      </p:sp>
      <p:sp>
        <p:nvSpPr>
          <p:cNvPr id="2" name="AutoShape 2" descr="Client-server Application - OOS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Client-server Application - OOS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2" descr="Socket in Computer Network - GeeksforGeeks"/>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Socket in Computer Network - GeeksforGeeks"/>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6" descr="Socket-in-Computer-Network-1"/>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8" descr="Socket-in-Computer-Network-2"/>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p:cNvSpPr/>
          <p:nvPr/>
        </p:nvSpPr>
        <p:spPr>
          <a:xfrm>
            <a:off x="699047" y="1483169"/>
            <a:ext cx="5099177" cy="2554545"/>
          </a:xfrm>
          <a:prstGeom prst="rect">
            <a:avLst/>
          </a:prstGeom>
        </p:spPr>
        <p:txBody>
          <a:bodyPr wrap="square">
            <a:spAutoFit/>
          </a:bodyPr>
          <a:lstStyle/>
          <a:p>
            <a:pPr marL="0" indent="0">
              <a:buNone/>
            </a:pPr>
            <a:r>
              <a:rPr lang="en-US" sz="1600" b="1" dirty="0">
                <a:solidFill>
                  <a:srgbClr val="C00000"/>
                </a:solidFill>
              </a:rPr>
              <a:t>Develop a hangman game as a client-server application using either TCP or UDP (try doing it with both).</a:t>
            </a:r>
          </a:p>
          <a:p>
            <a:pPr marL="285750" indent="-285750">
              <a:buFont typeface="Wingdings" panose="05000000000000000000" pitchFamily="2" charset="2"/>
              <a:buChar char="§"/>
            </a:pPr>
            <a:r>
              <a:rPr lang="en-US" sz="1600" dirty="0"/>
              <a:t>Define a list of words on the server’s side. Whenever a client connects, let the server choose a word at random.</a:t>
            </a:r>
          </a:p>
          <a:p>
            <a:pPr marL="285750" indent="-285750">
              <a:buFont typeface="Wingdings" panose="05000000000000000000" pitchFamily="2" charset="2"/>
              <a:buChar char="§"/>
            </a:pPr>
            <a:r>
              <a:rPr lang="en-US" sz="1600" dirty="0"/>
              <a:t>The server should inform the player if the entered letter is in the word. The server should also send a string showing the position of the found letters and representing the unfound letters by an asterisk *</a:t>
            </a:r>
            <a:endParaRPr lang="en-US" sz="1600" dirty="0"/>
          </a:p>
        </p:txBody>
      </p:sp>
      <p:sp>
        <p:nvSpPr>
          <p:cNvPr id="10" name="AutoShape 2" descr="Hangman - Word Game - Apps on Google Play"/>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76" name="Picture 4" descr="Hangman - Word Game - Apps on Google Pla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8224" y="1515490"/>
            <a:ext cx="2624201" cy="26242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543740"/>
      </p:ext>
    </p:extLst>
  </p:cSld>
  <p:clrMapOvr>
    <a:masterClrMapping/>
  </p:clrMapOvr>
  <p:timing>
    <p:tnLst>
      <p:par>
        <p:cTn id="1" dur="indefinite" restart="never" nodeType="tmRoot"/>
      </p:par>
    </p:tnLst>
  </p:timing>
</p:sld>
</file>

<file path=ppt/theme/theme1.xml><?xml version="1.0" encoding="utf-8"?>
<a:theme xmlns:a="http://schemas.openxmlformats.org/drawingml/2006/main" name="Discrete Mathematics: Graph Theory and Networks - 12th Grade by Slidesgo">
  <a:themeElements>
    <a:clrScheme name="Simple Light">
      <a:dk1>
        <a:srgbClr val="1A1A1A"/>
      </a:dk1>
      <a:lt1>
        <a:srgbClr val="FEFDFA"/>
      </a:lt1>
      <a:dk2>
        <a:srgbClr val="434343"/>
      </a:dk2>
      <a:lt2>
        <a:srgbClr val="FF2E20"/>
      </a:lt2>
      <a:accent1>
        <a:srgbClr val="FFD966"/>
      </a:accent1>
      <a:accent2>
        <a:srgbClr val="86CF64"/>
      </a:accent2>
      <a:accent3>
        <a:srgbClr val="04B4D8"/>
      </a:accent3>
      <a:accent4>
        <a:srgbClr val="FFFFFF"/>
      </a:accent4>
      <a:accent5>
        <a:srgbClr val="FFFFFF"/>
      </a:accent5>
      <a:accent6>
        <a:srgbClr val="FFFFFF"/>
      </a:accent6>
      <a:hlink>
        <a:srgbClr val="1A1A1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TotalTime>
  <Words>1171</Words>
  <Application>Microsoft Office PowerPoint</Application>
  <PresentationFormat>On-screen Show (16:9)</PresentationFormat>
  <Paragraphs>173</Paragraphs>
  <Slides>17</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ＭＳ Ｐゴシック</vt:lpstr>
      <vt:lpstr>Wingdings</vt:lpstr>
      <vt:lpstr>Lato</vt:lpstr>
      <vt:lpstr>Gill Sans</vt:lpstr>
      <vt:lpstr>Arial</vt:lpstr>
      <vt:lpstr>Albert Sans</vt:lpstr>
      <vt:lpstr>Mulish</vt:lpstr>
      <vt:lpstr>Discrete Mathematics: Graph Theory and Networks - 12th Grade by Slidesgo</vt:lpstr>
      <vt:lpstr>Network Programming Tutorial 1</vt:lpstr>
      <vt:lpstr>Socket and Process Communiaction</vt:lpstr>
      <vt:lpstr>Socket: End point of Communication</vt:lpstr>
      <vt:lpstr>Type of Communication</vt:lpstr>
      <vt:lpstr>Socket Identification</vt:lpstr>
      <vt:lpstr>Client and Server Processes</vt:lpstr>
      <vt:lpstr>Server “Location”</vt:lpstr>
      <vt:lpstr>Using Ports to identify Services</vt:lpstr>
      <vt:lpstr>Client-Server Communication Datagram Sockets: Connectionless</vt:lpstr>
      <vt:lpstr>Client-Server Communication Datagram Sockets: Connectionless</vt:lpstr>
      <vt:lpstr>Let’s Code</vt:lpstr>
      <vt:lpstr>Your Turn ! (Part 1)</vt:lpstr>
      <vt:lpstr>Client-Server Communication Stream Sockets: Connection-Oriented</vt:lpstr>
      <vt:lpstr>Stream vs Datagram Socket</vt:lpstr>
      <vt:lpstr>Let’s Code</vt:lpstr>
      <vt:lpstr>Your turn! (Part 2)</vt:lpstr>
      <vt:lpstr>Practice Exercise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Programming Tutorial 1</dc:title>
  <cp:lastModifiedBy>Maher Fattouh</cp:lastModifiedBy>
  <cp:revision>16</cp:revision>
  <dcterms:modified xsi:type="dcterms:W3CDTF">2026-01-18T13:19:06Z</dcterms:modified>
</cp:coreProperties>
</file>